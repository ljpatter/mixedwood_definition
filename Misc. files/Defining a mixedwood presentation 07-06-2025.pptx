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
  </p:notesMasterIdLst>
  <p:sldIdLst>
    <p:sldId id="256" r:id="rId2"/>
  </p:sldIdLst>
  <p:sldSz cx="32399288" cy="37799963"/>
  <p:notesSz cx="6858000" cy="9144000"/>
  <p:embeddedFontLst>
    <p:embeddedFont>
      <p:font typeface="Montserrat Extra Bold" panose="020B0604020202020204" charset="0"/>
      <p:bold r:id="rId4"/>
    </p:embeddedFont>
  </p:embeddedFontLst>
  <p:custDataLst>
    <p:tags r:id="rId5"/>
  </p:custDataLst>
  <p:defaultTextStyle>
    <a:defPPr>
      <a:defRPr lang="en-US"/>
    </a:defPPr>
    <a:lvl1pPr algn="l" rtl="0" fontAlgn="base">
      <a:spcBef>
        <a:spcPct val="0"/>
      </a:spcBef>
      <a:spcAft>
        <a:spcPct val="0"/>
      </a:spcAft>
      <a:defRPr sz="2742" kern="1200">
        <a:solidFill>
          <a:schemeClr val="tx1"/>
        </a:solidFill>
        <a:latin typeface="Arial"/>
        <a:ea typeface="+mn-ea"/>
        <a:cs typeface="+mn-cs"/>
      </a:defRPr>
    </a:lvl1pPr>
    <a:lvl2pPr marL="417835" algn="l" rtl="0" fontAlgn="base">
      <a:spcBef>
        <a:spcPct val="0"/>
      </a:spcBef>
      <a:spcAft>
        <a:spcPct val="0"/>
      </a:spcAft>
      <a:defRPr sz="2742" kern="1200">
        <a:solidFill>
          <a:schemeClr val="tx1"/>
        </a:solidFill>
        <a:latin typeface="Arial"/>
        <a:ea typeface="+mn-ea"/>
        <a:cs typeface="+mn-cs"/>
      </a:defRPr>
    </a:lvl2pPr>
    <a:lvl3pPr marL="835670" algn="l" rtl="0" fontAlgn="base">
      <a:spcBef>
        <a:spcPct val="0"/>
      </a:spcBef>
      <a:spcAft>
        <a:spcPct val="0"/>
      </a:spcAft>
      <a:defRPr sz="2742" kern="1200">
        <a:solidFill>
          <a:schemeClr val="tx1"/>
        </a:solidFill>
        <a:latin typeface="Arial"/>
        <a:ea typeface="+mn-ea"/>
        <a:cs typeface="+mn-cs"/>
      </a:defRPr>
    </a:lvl3pPr>
    <a:lvl4pPr marL="1253505" algn="l" rtl="0" fontAlgn="base">
      <a:spcBef>
        <a:spcPct val="0"/>
      </a:spcBef>
      <a:spcAft>
        <a:spcPct val="0"/>
      </a:spcAft>
      <a:defRPr sz="2742" kern="1200">
        <a:solidFill>
          <a:schemeClr val="tx1"/>
        </a:solidFill>
        <a:latin typeface="Arial"/>
        <a:ea typeface="+mn-ea"/>
        <a:cs typeface="+mn-cs"/>
      </a:defRPr>
    </a:lvl4pPr>
    <a:lvl5pPr marL="1671340" algn="l" rtl="0" fontAlgn="base">
      <a:spcBef>
        <a:spcPct val="0"/>
      </a:spcBef>
      <a:spcAft>
        <a:spcPct val="0"/>
      </a:spcAft>
      <a:defRPr sz="2742" kern="1200">
        <a:solidFill>
          <a:schemeClr val="tx1"/>
        </a:solidFill>
        <a:latin typeface="Arial"/>
        <a:ea typeface="+mn-ea"/>
        <a:cs typeface="+mn-cs"/>
      </a:defRPr>
    </a:lvl5pPr>
    <a:lvl6pPr marL="2089175" algn="l" defTabSz="835670" rtl="0" eaLnBrk="1" latinLnBrk="0" hangingPunct="1">
      <a:defRPr sz="2742" kern="1200">
        <a:solidFill>
          <a:schemeClr val="tx1"/>
        </a:solidFill>
        <a:latin typeface="Arial"/>
        <a:ea typeface="+mn-ea"/>
        <a:cs typeface="+mn-cs"/>
      </a:defRPr>
    </a:lvl6pPr>
    <a:lvl7pPr marL="2507010" algn="l" defTabSz="835670" rtl="0" eaLnBrk="1" latinLnBrk="0" hangingPunct="1">
      <a:defRPr sz="2742" kern="1200">
        <a:solidFill>
          <a:schemeClr val="tx1"/>
        </a:solidFill>
        <a:latin typeface="Arial"/>
        <a:ea typeface="+mn-ea"/>
        <a:cs typeface="+mn-cs"/>
      </a:defRPr>
    </a:lvl7pPr>
    <a:lvl8pPr marL="2924846" algn="l" defTabSz="835670" rtl="0" eaLnBrk="1" latinLnBrk="0" hangingPunct="1">
      <a:defRPr sz="2742" kern="1200">
        <a:solidFill>
          <a:schemeClr val="tx1"/>
        </a:solidFill>
        <a:latin typeface="Arial"/>
        <a:ea typeface="+mn-ea"/>
        <a:cs typeface="+mn-cs"/>
      </a:defRPr>
    </a:lvl8pPr>
    <a:lvl9pPr marL="3342681" algn="l" defTabSz="835670" rtl="0" eaLnBrk="1" latinLnBrk="0" hangingPunct="1">
      <a:defRPr sz="2742" kern="1200">
        <a:solidFill>
          <a:schemeClr val="tx1"/>
        </a:solidFill>
        <a:latin typeface="Arial"/>
        <a:ea typeface="+mn-ea"/>
        <a:cs typeface="+mn-cs"/>
      </a:defRPr>
    </a:lvl9pPr>
  </p:defaultTextStyle>
  <p:extLst>
    <p:ext uri="{EFAFB233-063F-42B5-8137-9DF3F51BA10A}">
      <p15:sldGuideLst xmlns:p15="http://schemas.microsoft.com/office/powerpoint/2012/main">
        <p15:guide id="1" orient="horz" pos="11906" userDrawn="1">
          <p15:clr>
            <a:srgbClr val="A4A3A4"/>
          </p15:clr>
        </p15:guide>
        <p15:guide id="2" pos="1020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84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p:scale>
          <a:sx n="50" d="100"/>
          <a:sy n="50" d="100"/>
        </p:scale>
        <p:origin x="-1565" y="-9019"/>
      </p:cViewPr>
      <p:guideLst>
        <p:guide orient="horz" pos="11906"/>
        <p:guide pos="10205"/>
      </p:guideLst>
    </p:cSldViewPr>
  </p:slideViewPr>
  <p:notesTextViewPr>
    <p:cViewPr>
      <p:scale>
        <a:sx n="100" d="100"/>
        <a:sy n="100" d="100"/>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tags" Target="tags/tag1.xml"/><Relationship Id="rId4" Type="http://schemas.openxmlformats.org/officeDocument/2006/relationships/font" Target="fonts/font1.fntdata"/><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anchor="t" anchorCtr="0" compatLnSpc="1">
            <a:prstTxWarp prst="textNoShape">
              <a:avLst/>
            </a:prstTxWarp>
          </a:bodyPr>
          <a:lstStyle>
            <a:defPPr>
              <a:defRPr kern="1200"/>
            </a:defPPr>
            <a:lvl1pPr>
              <a:defRPr sz="1200"/>
            </a:lvl1pPr>
          </a:lstStyle>
          <a:p>
            <a:pPr>
              <a:defRPr/>
            </a:pPr>
            <a:endParaRPr lang="en-US"/>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anchor="t" anchorCtr="0" compatLnSpc="1">
            <a:prstTxWarp prst="textNoShape">
              <a:avLst/>
            </a:prstTxWarp>
          </a:bodyPr>
          <a:lstStyle>
            <a:defPPr>
              <a:defRPr kern="1200"/>
            </a:defPPr>
            <a:lvl1pPr algn="r">
              <a:defRPr sz="1200"/>
            </a:lvl1pPr>
          </a:lstStyle>
          <a:p>
            <a:pPr>
              <a:defRPr/>
            </a:pPr>
            <a:endParaRPr lang="en-US"/>
          </a:p>
        </p:txBody>
      </p:sp>
      <p:sp>
        <p:nvSpPr>
          <p:cNvPr id="3076" name="Rectangle 4"/>
          <p:cNvSpPr>
            <a:spLocks noGrp="1" noRot="1" noChangeAspect="1" noChangeArrowheads="1" noTextEdit="1"/>
          </p:cNvSpPr>
          <p:nvPr>
            <p:ph type="sldImg" idx="2"/>
          </p:nvPr>
        </p:nvSpPr>
        <p:spPr bwMode="auto">
          <a:xfrm>
            <a:off x="1960563" y="685800"/>
            <a:ext cx="2936875"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anchor="t" anchorCtr="0" compatLnSpc="1">
            <a:prstTxWarp prst="textNoShape">
              <a:avLst/>
            </a:prstTxWarp>
          </a:bodyPr>
          <a:lstStyle>
            <a:defPPr>
              <a:defRPr kern="1200"/>
            </a:def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anchor="b" anchorCtr="0" compatLnSpc="1">
            <a:prstTxWarp prst="textNoShape">
              <a:avLst/>
            </a:prstTxWarp>
          </a:bodyPr>
          <a:lstStyle>
            <a:defPPr>
              <a:defRPr kern="1200"/>
            </a:defPPr>
            <a:lvl1pPr>
              <a:defRPr sz="1200"/>
            </a:lvl1pPr>
          </a:lstStyle>
          <a:p>
            <a:pPr>
              <a:defRPr/>
            </a:pPr>
            <a:endParaRPr lang="en-US"/>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anchor="b" anchorCtr="0" compatLnSpc="1">
            <a:prstTxWarp prst="textNoShape">
              <a:avLst/>
            </a:prstTxWarp>
          </a:bodyPr>
          <a:lstStyle>
            <a:defPPr>
              <a:defRPr kern="1200"/>
            </a:defPPr>
            <a:lvl1pPr algn="r">
              <a:defRPr sz="1200"/>
            </a:lvl1pPr>
          </a:lstStyle>
          <a:p>
            <a:pPr>
              <a:defRPr/>
            </a:pPr>
            <a:fld id="{DC7FF369-15CD-4AE8-AD6F-0DD9E71D983D}" type="slidenum">
              <a:rPr lang="en-US"/>
              <a:pPr>
                <a:defRPr/>
              </a:pPr>
              <a:t>‹#›</a:t>
            </a:fld>
            <a:endParaRPr lang="en-US"/>
          </a:p>
        </p:txBody>
      </p:sp>
    </p:spTree>
    <p:extLst>
      <p:ext uri="{BB962C8B-B14F-4D97-AF65-F5344CB8AC3E}">
        <p14:creationId xmlns:p14="http://schemas.microsoft.com/office/powerpoint/2010/main" val="111598686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97" kern="1200">
        <a:solidFill>
          <a:schemeClr val="tx1"/>
        </a:solidFill>
        <a:latin typeface="Arial"/>
        <a:ea typeface="+mn-ea"/>
        <a:cs typeface="+mn-cs"/>
      </a:defRPr>
    </a:lvl1pPr>
    <a:lvl2pPr marL="417835" algn="l" rtl="0" eaLnBrk="0" fontAlgn="base" hangingPunct="0">
      <a:spcBef>
        <a:spcPct val="30000"/>
      </a:spcBef>
      <a:spcAft>
        <a:spcPct val="0"/>
      </a:spcAft>
      <a:defRPr sz="1097" kern="1200">
        <a:solidFill>
          <a:schemeClr val="tx1"/>
        </a:solidFill>
        <a:latin typeface="Arial"/>
        <a:ea typeface="+mn-ea"/>
        <a:cs typeface="+mn-cs"/>
      </a:defRPr>
    </a:lvl2pPr>
    <a:lvl3pPr marL="835670" algn="l" rtl="0" eaLnBrk="0" fontAlgn="base" hangingPunct="0">
      <a:spcBef>
        <a:spcPct val="30000"/>
      </a:spcBef>
      <a:spcAft>
        <a:spcPct val="0"/>
      </a:spcAft>
      <a:defRPr sz="1097" kern="1200">
        <a:solidFill>
          <a:schemeClr val="tx1"/>
        </a:solidFill>
        <a:latin typeface="Arial"/>
        <a:ea typeface="+mn-ea"/>
        <a:cs typeface="+mn-cs"/>
      </a:defRPr>
    </a:lvl3pPr>
    <a:lvl4pPr marL="1253505" algn="l" rtl="0" eaLnBrk="0" fontAlgn="base" hangingPunct="0">
      <a:spcBef>
        <a:spcPct val="30000"/>
      </a:spcBef>
      <a:spcAft>
        <a:spcPct val="0"/>
      </a:spcAft>
      <a:defRPr sz="1097" kern="1200">
        <a:solidFill>
          <a:schemeClr val="tx1"/>
        </a:solidFill>
        <a:latin typeface="Arial"/>
        <a:ea typeface="+mn-ea"/>
        <a:cs typeface="+mn-cs"/>
      </a:defRPr>
    </a:lvl4pPr>
    <a:lvl5pPr marL="1671340" algn="l" rtl="0" eaLnBrk="0" fontAlgn="base" hangingPunct="0">
      <a:spcBef>
        <a:spcPct val="30000"/>
      </a:spcBef>
      <a:spcAft>
        <a:spcPct val="0"/>
      </a:spcAft>
      <a:defRPr sz="1097" kern="1200">
        <a:solidFill>
          <a:schemeClr val="tx1"/>
        </a:solidFill>
        <a:latin typeface="Arial"/>
        <a:ea typeface="+mn-ea"/>
        <a:cs typeface="+mn-cs"/>
      </a:defRPr>
    </a:lvl5pPr>
    <a:lvl6pPr marL="2089175" algn="l" defTabSz="835670" rtl="0" eaLnBrk="1" latinLnBrk="0" hangingPunct="1">
      <a:defRPr sz="1097" kern="1200">
        <a:solidFill>
          <a:schemeClr val="tx1"/>
        </a:solidFill>
        <a:latin typeface="+mn-lt"/>
        <a:ea typeface="+mn-ea"/>
        <a:cs typeface="+mn-cs"/>
      </a:defRPr>
    </a:lvl6pPr>
    <a:lvl7pPr marL="2507010" algn="l" defTabSz="835670" rtl="0" eaLnBrk="1" latinLnBrk="0" hangingPunct="1">
      <a:defRPr sz="1097" kern="1200">
        <a:solidFill>
          <a:schemeClr val="tx1"/>
        </a:solidFill>
        <a:latin typeface="+mn-lt"/>
        <a:ea typeface="+mn-ea"/>
        <a:cs typeface="+mn-cs"/>
      </a:defRPr>
    </a:lvl7pPr>
    <a:lvl8pPr marL="2924846" algn="l" defTabSz="835670" rtl="0" eaLnBrk="1" latinLnBrk="0" hangingPunct="1">
      <a:defRPr sz="1097" kern="1200">
        <a:solidFill>
          <a:schemeClr val="tx1"/>
        </a:solidFill>
        <a:latin typeface="+mn-lt"/>
        <a:ea typeface="+mn-ea"/>
        <a:cs typeface="+mn-cs"/>
      </a:defRPr>
    </a:lvl8pPr>
    <a:lvl9pPr marL="3342681" algn="l" defTabSz="835670" rtl="0" eaLnBrk="1" latinLnBrk="0" hangingPunct="1">
      <a:defRPr sz="109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defPPr>
              <a:defRPr kern="1200"/>
            </a:defPPr>
            <a:lvl1pPr eaLnBrk="0" hangingPunct="0">
              <a:defRPr sz="3000">
                <a:solidFill>
                  <a:schemeClr val="tx1"/>
                </a:solidFill>
                <a:latin typeface="Arial"/>
              </a:defRPr>
            </a:lvl1pPr>
            <a:lvl2pPr marL="742950" indent="-285750" eaLnBrk="0" hangingPunct="0">
              <a:defRPr sz="3000">
                <a:solidFill>
                  <a:schemeClr val="tx1"/>
                </a:solidFill>
                <a:latin typeface="Arial"/>
              </a:defRPr>
            </a:lvl2pPr>
            <a:lvl3pPr marL="1143000" indent="-228600" eaLnBrk="0" hangingPunct="0">
              <a:defRPr sz="3000">
                <a:solidFill>
                  <a:schemeClr val="tx1"/>
                </a:solidFill>
                <a:latin typeface="Arial"/>
              </a:defRPr>
            </a:lvl3pPr>
            <a:lvl4pPr marL="1600200" indent="-228600" eaLnBrk="0" hangingPunct="0">
              <a:defRPr sz="3000">
                <a:solidFill>
                  <a:schemeClr val="tx1"/>
                </a:solidFill>
                <a:latin typeface="Arial"/>
              </a:defRPr>
            </a:lvl4pPr>
            <a:lvl5pPr marL="2057400" indent="-228600" eaLnBrk="0" hangingPunct="0">
              <a:defRPr sz="3000">
                <a:solidFill>
                  <a:schemeClr val="tx1"/>
                </a:solidFill>
                <a:latin typeface="Arial"/>
              </a:defRPr>
            </a:lvl5pPr>
            <a:lvl6pPr marL="2514600" indent="-228600" eaLnBrk="0" fontAlgn="base" hangingPunct="0">
              <a:spcBef>
                <a:spcPct val="0"/>
              </a:spcBef>
              <a:spcAft>
                <a:spcPct val="0"/>
              </a:spcAft>
              <a:defRPr sz="3000">
                <a:solidFill>
                  <a:schemeClr val="tx1"/>
                </a:solidFill>
                <a:latin typeface="Arial"/>
              </a:defRPr>
            </a:lvl6pPr>
            <a:lvl7pPr marL="2971800" indent="-228600" eaLnBrk="0" fontAlgn="base" hangingPunct="0">
              <a:spcBef>
                <a:spcPct val="0"/>
              </a:spcBef>
              <a:spcAft>
                <a:spcPct val="0"/>
              </a:spcAft>
              <a:defRPr sz="3000">
                <a:solidFill>
                  <a:schemeClr val="tx1"/>
                </a:solidFill>
                <a:latin typeface="Arial"/>
              </a:defRPr>
            </a:lvl7pPr>
            <a:lvl8pPr marL="3429000" indent="-228600" eaLnBrk="0" fontAlgn="base" hangingPunct="0">
              <a:spcBef>
                <a:spcPct val="0"/>
              </a:spcBef>
              <a:spcAft>
                <a:spcPct val="0"/>
              </a:spcAft>
              <a:defRPr sz="3000">
                <a:solidFill>
                  <a:schemeClr val="tx1"/>
                </a:solidFill>
                <a:latin typeface="Arial"/>
              </a:defRPr>
            </a:lvl8pPr>
            <a:lvl9pPr marL="3886200" indent="-228600" eaLnBrk="0" fontAlgn="base" hangingPunct="0">
              <a:spcBef>
                <a:spcPct val="0"/>
              </a:spcBef>
              <a:spcAft>
                <a:spcPct val="0"/>
              </a:spcAft>
              <a:defRPr sz="3000">
                <a:solidFill>
                  <a:schemeClr val="tx1"/>
                </a:solidFill>
                <a:latin typeface="Arial"/>
              </a:defRPr>
            </a:lvl9pPr>
          </a:lstStyle>
          <a:p>
            <a:pPr eaLnBrk="1" hangingPunct="1"/>
            <a:fld id="{C5E13FED-D575-44BD-985D-CE780F31FB99}" type="slidenum">
              <a:rPr lang="en-US" sz="1200" smtClean="0"/>
              <a:pPr eaLnBrk="1" hangingPunct="1"/>
              <a:t>1</a:t>
            </a:fld>
            <a:endParaRPr lang="en-US" sz="1200"/>
          </a:p>
        </p:txBody>
      </p:sp>
      <p:sp>
        <p:nvSpPr>
          <p:cNvPr id="4099" name="Rectangle 2"/>
          <p:cNvSpPr>
            <a:spLocks noGrp="1" noRot="1" noChangeAspect="1" noChangeArrowheads="1" noTextEdit="1"/>
          </p:cNvSpPr>
          <p:nvPr>
            <p:ph type="sldImg"/>
          </p:nvPr>
        </p:nvSpPr>
        <p:spPr>
          <a:xfrm>
            <a:off x="1960563" y="685800"/>
            <a:ext cx="2936875" cy="3429000"/>
          </a:xfrm>
        </p:spPr>
      </p:sp>
      <p:sp>
        <p:nvSpPr>
          <p:cNvPr id="4100" name="Rectangle 3"/>
          <p:cNvSpPr>
            <a:spLocks noGrp="1" noChangeArrowheads="1"/>
          </p:cNvSpPr>
          <p:nvPr>
            <p:ph type="body" idx="1"/>
          </p:nvPr>
        </p:nvSpPr>
        <p:spPr>
          <a:noFill/>
        </p:spPr>
        <p:txBody>
          <a:bodyPr/>
          <a:lstStyle>
            <a:defPPr>
              <a:defRPr kern="1200"/>
            </a:defP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30156" y="11743219"/>
            <a:ext cx="27538979" cy="8101034"/>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4860311" y="21419251"/>
            <a:ext cx="22678667" cy="9661449"/>
          </a:xfrm>
        </p:spPr>
        <p:txBody>
          <a:bodyPr/>
          <a:lstStyle>
            <a:defPPr>
              <a:defRPr kern="1200"/>
            </a:defPPr>
            <a:lvl1pPr marL="0" indent="0" algn="ctr">
              <a:buNone/>
              <a:defRPr/>
            </a:lvl1pPr>
            <a:lvl2pPr marL="295305" indent="0" algn="ctr">
              <a:buNone/>
              <a:defRPr/>
            </a:lvl2pPr>
            <a:lvl3pPr marL="590611" indent="0" algn="ctr">
              <a:buNone/>
              <a:defRPr/>
            </a:lvl3pPr>
            <a:lvl4pPr marL="885916" indent="0" algn="ctr">
              <a:buNone/>
              <a:defRPr/>
            </a:lvl4pPr>
            <a:lvl5pPr marL="1181222" indent="0" algn="ctr">
              <a:buNone/>
              <a:defRPr/>
            </a:lvl5pPr>
            <a:lvl6pPr marL="1476527" indent="0" algn="ctr">
              <a:buNone/>
              <a:defRPr/>
            </a:lvl6pPr>
            <a:lvl7pPr marL="1771833" indent="0" algn="ctr">
              <a:buNone/>
              <a:defRPr/>
            </a:lvl7pPr>
            <a:lvl8pPr marL="2067138" indent="0" algn="ctr">
              <a:buNone/>
              <a:defRPr/>
            </a:lvl8pPr>
            <a:lvl9pPr marL="2362444"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1FCB089F-6037-4808-A5EC-726053647E7B}" type="slidenum">
              <a:rPr lang="en-US"/>
              <a:pPr>
                <a:defRPr/>
              </a:pPr>
              <a:t>‹#›</a:t>
            </a:fld>
            <a:endParaRPr lang="en-US"/>
          </a:p>
        </p:txBody>
      </p:sp>
    </p:spTree>
    <p:extLst>
      <p:ext uri="{BB962C8B-B14F-4D97-AF65-F5344CB8AC3E}">
        <p14:creationId xmlns:p14="http://schemas.microsoft.com/office/powerpoint/2010/main" val="152782252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E641C0E7-0C39-489E-BBEB-8384BC9D7485}" type="slidenum">
              <a:rPr lang="en-US"/>
              <a:pPr>
                <a:defRPr/>
              </a:pPr>
              <a:t>‹#›</a:t>
            </a:fld>
            <a:endParaRPr lang="en-US"/>
          </a:p>
        </p:txBody>
      </p:sp>
    </p:spTree>
    <p:extLst>
      <p:ext uri="{BB962C8B-B14F-4D97-AF65-F5344CB8AC3E}">
        <p14:creationId xmlns:p14="http://schemas.microsoft.com/office/powerpoint/2010/main" val="103360345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59320" y="24290343"/>
            <a:ext cx="27538979" cy="7506763"/>
          </a:xfrm>
        </p:spPr>
        <p:txBody>
          <a:bodyPr anchor="t"/>
          <a:lstStyle>
            <a:defPPr>
              <a:defRPr kern="1200"/>
            </a:defPPr>
            <a:lvl1pPr algn="l">
              <a:defRPr sz="2584" b="1" cap="all"/>
            </a:lvl1pPr>
          </a:lstStyle>
          <a:p>
            <a:r>
              <a:rPr lang="en-US"/>
              <a:t>Click to edit Master title style</a:t>
            </a:r>
          </a:p>
        </p:txBody>
      </p:sp>
      <p:sp>
        <p:nvSpPr>
          <p:cNvPr id="3" name="Text Placeholder 2"/>
          <p:cNvSpPr>
            <a:spLocks noGrp="1"/>
          </p:cNvSpPr>
          <p:nvPr>
            <p:ph type="body" idx="1"/>
          </p:nvPr>
        </p:nvSpPr>
        <p:spPr>
          <a:xfrm>
            <a:off x="2559320" y="16021599"/>
            <a:ext cx="27538979" cy="8268742"/>
          </a:xfrm>
        </p:spPr>
        <p:txBody>
          <a:bodyPr anchor="b"/>
          <a:lstStyle>
            <a:defPPr>
              <a:defRPr kern="1200"/>
            </a:defPPr>
            <a:lvl1pPr marL="0" indent="0">
              <a:buNone/>
              <a:defRPr sz="1292"/>
            </a:lvl1pPr>
            <a:lvl2pPr marL="295305" indent="0">
              <a:buNone/>
              <a:defRPr sz="1163"/>
            </a:lvl2pPr>
            <a:lvl3pPr marL="590611" indent="0">
              <a:buNone/>
              <a:defRPr sz="1033"/>
            </a:lvl3pPr>
            <a:lvl4pPr marL="885916" indent="0">
              <a:buNone/>
              <a:defRPr sz="904"/>
            </a:lvl4pPr>
            <a:lvl5pPr marL="1181222" indent="0">
              <a:buNone/>
              <a:defRPr sz="904"/>
            </a:lvl5pPr>
            <a:lvl6pPr marL="1476527" indent="0">
              <a:buNone/>
              <a:defRPr sz="904"/>
            </a:lvl6pPr>
            <a:lvl7pPr marL="1771833" indent="0">
              <a:buNone/>
              <a:defRPr sz="904"/>
            </a:lvl7pPr>
            <a:lvl8pPr marL="2067138" indent="0">
              <a:buNone/>
              <a:defRPr sz="904"/>
            </a:lvl8pPr>
            <a:lvl9pPr marL="2362444" indent="0">
              <a:buNone/>
              <a:defRPr sz="904"/>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D11F452E-A8E4-4CE1-9655-29125E889951}" type="slidenum">
              <a:rPr lang="en-US"/>
              <a:pPr>
                <a:defRPr/>
              </a:pPr>
              <a:t>‹#›</a:t>
            </a:fld>
            <a:endParaRPr lang="en-US"/>
          </a:p>
        </p:txBody>
      </p:sp>
    </p:spTree>
    <p:extLst>
      <p:ext uri="{BB962C8B-B14F-4D97-AF65-F5344CB8AC3E}">
        <p14:creationId xmlns:p14="http://schemas.microsoft.com/office/powerpoint/2010/main" val="425258334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1620798" y="8821087"/>
            <a:ext cx="14528848" cy="24946592"/>
          </a:xfrm>
        </p:spPr>
        <p:txBody>
          <a:bodyPr/>
          <a:lstStyle>
            <a:defPPr>
              <a:defRPr kern="1200"/>
            </a:defPPr>
            <a:lvl1pPr>
              <a:defRPr sz="1809"/>
            </a:lvl1pPr>
            <a:lvl2pPr>
              <a:defRPr sz="1550"/>
            </a:lvl2pPr>
            <a:lvl3pPr>
              <a:defRPr sz="1292"/>
            </a:lvl3pPr>
            <a:lvl4pPr>
              <a:defRPr sz="1163"/>
            </a:lvl4pPr>
            <a:lvl5pPr>
              <a:defRPr sz="1163"/>
            </a:lvl5pPr>
            <a:lvl6pPr>
              <a:defRPr sz="1163"/>
            </a:lvl6pPr>
            <a:lvl7pPr>
              <a:defRPr sz="1163"/>
            </a:lvl7pPr>
            <a:lvl8pPr>
              <a:defRPr sz="1163"/>
            </a:lvl8pPr>
            <a:lvl9pPr>
              <a:defRPr sz="116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249646" y="8821087"/>
            <a:ext cx="14529890" cy="24946592"/>
          </a:xfrm>
        </p:spPr>
        <p:txBody>
          <a:bodyPr/>
          <a:lstStyle>
            <a:defPPr>
              <a:defRPr kern="1200"/>
            </a:defPPr>
            <a:lvl1pPr>
              <a:defRPr sz="1809"/>
            </a:lvl1pPr>
            <a:lvl2pPr>
              <a:defRPr sz="1550"/>
            </a:lvl2pPr>
            <a:lvl3pPr>
              <a:defRPr sz="1292"/>
            </a:lvl3pPr>
            <a:lvl4pPr>
              <a:defRPr sz="1163"/>
            </a:lvl4pPr>
            <a:lvl5pPr>
              <a:defRPr sz="1163"/>
            </a:lvl5pPr>
            <a:lvl6pPr>
              <a:defRPr sz="1163"/>
            </a:lvl6pPr>
            <a:lvl7pPr>
              <a:defRPr sz="1163"/>
            </a:lvl7pPr>
            <a:lvl8pPr>
              <a:defRPr sz="1163"/>
            </a:lvl8pPr>
            <a:lvl9pPr>
              <a:defRPr sz="116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6F3D9962-47D2-455B-8692-003D58807FFA}" type="slidenum">
              <a:rPr lang="en-US"/>
              <a:pPr>
                <a:defRPr/>
              </a:pPr>
              <a:t>‹#›</a:t>
            </a:fld>
            <a:endParaRPr lang="en-US"/>
          </a:p>
        </p:txBody>
      </p:sp>
    </p:spTree>
    <p:extLst>
      <p:ext uri="{BB962C8B-B14F-4D97-AF65-F5344CB8AC3E}">
        <p14:creationId xmlns:p14="http://schemas.microsoft.com/office/powerpoint/2010/main" val="130906477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19757" y="1513019"/>
            <a:ext cx="29159775" cy="6299994"/>
          </a:xfrm>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1619757" y="8461973"/>
            <a:ext cx="14315310" cy="3525517"/>
          </a:xfrm>
        </p:spPr>
        <p:txBody>
          <a:bodyPr anchor="b"/>
          <a:lstStyle>
            <a:defPPr>
              <a:defRPr kern="1200"/>
            </a:defPPr>
            <a:lvl1pPr marL="0" indent="0">
              <a:buNone/>
              <a:defRPr sz="1550" b="1"/>
            </a:lvl1pPr>
            <a:lvl2pPr marL="295305" indent="0">
              <a:buNone/>
              <a:defRPr sz="1292" b="1"/>
            </a:lvl2pPr>
            <a:lvl3pPr marL="590611" indent="0">
              <a:buNone/>
              <a:defRPr sz="1163" b="1"/>
            </a:lvl3pPr>
            <a:lvl4pPr marL="885916" indent="0">
              <a:buNone/>
              <a:defRPr sz="1033" b="1"/>
            </a:lvl4pPr>
            <a:lvl5pPr marL="1181222" indent="0">
              <a:buNone/>
              <a:defRPr sz="1033" b="1"/>
            </a:lvl5pPr>
            <a:lvl6pPr marL="1476527" indent="0">
              <a:buNone/>
              <a:defRPr sz="1033" b="1"/>
            </a:lvl6pPr>
            <a:lvl7pPr marL="1771833" indent="0">
              <a:buNone/>
              <a:defRPr sz="1033" b="1"/>
            </a:lvl7pPr>
            <a:lvl8pPr marL="2067138" indent="0">
              <a:buNone/>
              <a:defRPr sz="1033" b="1"/>
            </a:lvl8pPr>
            <a:lvl9pPr marL="2362444" indent="0">
              <a:buNone/>
              <a:defRPr sz="1033" b="1"/>
            </a:lvl9pPr>
          </a:lstStyle>
          <a:p>
            <a:pPr lvl="0"/>
            <a:r>
              <a:rPr lang="en-US"/>
              <a:t>Click to edit Master text styles</a:t>
            </a:r>
          </a:p>
        </p:txBody>
      </p:sp>
      <p:sp>
        <p:nvSpPr>
          <p:cNvPr id="4" name="Content Placeholder 3"/>
          <p:cNvSpPr>
            <a:spLocks noGrp="1"/>
          </p:cNvSpPr>
          <p:nvPr>
            <p:ph sz="half" idx="2"/>
          </p:nvPr>
        </p:nvSpPr>
        <p:spPr>
          <a:xfrm>
            <a:off x="1619757" y="11987490"/>
            <a:ext cx="14315310" cy="21778364"/>
          </a:xfrm>
        </p:spPr>
        <p:txBody>
          <a:bodyPr/>
          <a:lstStyle>
            <a:defPPr>
              <a:defRPr kern="1200"/>
            </a:defPPr>
            <a:lvl1pPr>
              <a:defRPr sz="1550"/>
            </a:lvl1pPr>
            <a:lvl2pPr>
              <a:defRPr sz="1292"/>
            </a:lvl2pPr>
            <a:lvl3pPr>
              <a:defRPr sz="1163"/>
            </a:lvl3pPr>
            <a:lvl4pPr>
              <a:defRPr sz="1033"/>
            </a:lvl4pPr>
            <a:lvl5pPr>
              <a:defRPr sz="1033"/>
            </a:lvl5pPr>
            <a:lvl6pPr>
              <a:defRPr sz="1033"/>
            </a:lvl6pPr>
            <a:lvl7pPr>
              <a:defRPr sz="1033"/>
            </a:lvl7pPr>
            <a:lvl8pPr>
              <a:defRPr sz="1033"/>
            </a:lvl8pPr>
            <a:lvl9pPr>
              <a:defRPr sz="10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457972" y="8461973"/>
            <a:ext cx="14321562" cy="3525517"/>
          </a:xfrm>
        </p:spPr>
        <p:txBody>
          <a:bodyPr anchor="b"/>
          <a:lstStyle>
            <a:defPPr>
              <a:defRPr kern="1200"/>
            </a:defPPr>
            <a:lvl1pPr marL="0" indent="0">
              <a:buNone/>
              <a:defRPr sz="1550" b="1"/>
            </a:lvl1pPr>
            <a:lvl2pPr marL="295305" indent="0">
              <a:buNone/>
              <a:defRPr sz="1292" b="1"/>
            </a:lvl2pPr>
            <a:lvl3pPr marL="590611" indent="0">
              <a:buNone/>
              <a:defRPr sz="1163" b="1"/>
            </a:lvl3pPr>
            <a:lvl4pPr marL="885916" indent="0">
              <a:buNone/>
              <a:defRPr sz="1033" b="1"/>
            </a:lvl4pPr>
            <a:lvl5pPr marL="1181222" indent="0">
              <a:buNone/>
              <a:defRPr sz="1033" b="1"/>
            </a:lvl5pPr>
            <a:lvl6pPr marL="1476527" indent="0">
              <a:buNone/>
              <a:defRPr sz="1033" b="1"/>
            </a:lvl6pPr>
            <a:lvl7pPr marL="1771833" indent="0">
              <a:buNone/>
              <a:defRPr sz="1033" b="1"/>
            </a:lvl7pPr>
            <a:lvl8pPr marL="2067138" indent="0">
              <a:buNone/>
              <a:defRPr sz="1033" b="1"/>
            </a:lvl8pPr>
            <a:lvl9pPr marL="2362444" indent="0">
              <a:buNone/>
              <a:defRPr sz="1033" b="1"/>
            </a:lvl9pPr>
          </a:lstStyle>
          <a:p>
            <a:pPr lvl="0"/>
            <a:r>
              <a:rPr lang="en-US"/>
              <a:t>Click to edit Master text styles</a:t>
            </a:r>
          </a:p>
        </p:txBody>
      </p:sp>
      <p:sp>
        <p:nvSpPr>
          <p:cNvPr id="6" name="Content Placeholder 5"/>
          <p:cNvSpPr>
            <a:spLocks noGrp="1"/>
          </p:cNvSpPr>
          <p:nvPr>
            <p:ph sz="quarter" idx="4"/>
          </p:nvPr>
        </p:nvSpPr>
        <p:spPr>
          <a:xfrm>
            <a:off x="16457972" y="11987490"/>
            <a:ext cx="14321562" cy="21778364"/>
          </a:xfrm>
        </p:spPr>
        <p:txBody>
          <a:bodyPr/>
          <a:lstStyle>
            <a:defPPr>
              <a:defRPr kern="1200"/>
            </a:defPPr>
            <a:lvl1pPr>
              <a:defRPr sz="1550"/>
            </a:lvl1pPr>
            <a:lvl2pPr>
              <a:defRPr sz="1292"/>
            </a:lvl2pPr>
            <a:lvl3pPr>
              <a:defRPr sz="1163"/>
            </a:lvl3pPr>
            <a:lvl4pPr>
              <a:defRPr sz="1033"/>
            </a:lvl4pPr>
            <a:lvl5pPr>
              <a:defRPr sz="1033"/>
            </a:lvl5pPr>
            <a:lvl6pPr>
              <a:defRPr sz="1033"/>
            </a:lvl6pPr>
            <a:lvl7pPr>
              <a:defRPr sz="1033"/>
            </a:lvl7pPr>
            <a:lvl8pPr>
              <a:defRPr sz="1033"/>
            </a:lvl8pPr>
            <a:lvl9pPr>
              <a:defRPr sz="10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4EC449C7-2544-4411-A6D9-A7181026BEAF}" type="slidenum">
              <a:rPr lang="en-US"/>
              <a:pPr>
                <a:defRPr/>
              </a:pPr>
              <a:t>‹#›</a:t>
            </a:fld>
            <a:endParaRPr lang="en-US"/>
          </a:p>
        </p:txBody>
      </p:sp>
    </p:spTree>
    <p:extLst>
      <p:ext uri="{BB962C8B-B14F-4D97-AF65-F5344CB8AC3E}">
        <p14:creationId xmlns:p14="http://schemas.microsoft.com/office/powerpoint/2010/main" val="356088251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FE03D6AC-E1AB-4462-989E-5A0865C23D2A}" type="slidenum">
              <a:rPr lang="en-US"/>
              <a:pPr>
                <a:defRPr/>
              </a:pPr>
              <a:t>‹#›</a:t>
            </a:fld>
            <a:endParaRPr lang="en-US"/>
          </a:p>
        </p:txBody>
      </p:sp>
    </p:spTree>
    <p:extLst>
      <p:ext uri="{BB962C8B-B14F-4D97-AF65-F5344CB8AC3E}">
        <p14:creationId xmlns:p14="http://schemas.microsoft.com/office/powerpoint/2010/main" val="397397364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FABF8EBA-EBC0-4AA1-85C3-834763B2AA78}" type="slidenum">
              <a:rPr lang="en-US"/>
              <a:pPr>
                <a:defRPr/>
              </a:pPr>
              <a:t>‹#›</a:t>
            </a:fld>
            <a:endParaRPr lang="en-US"/>
          </a:p>
        </p:txBody>
      </p:sp>
    </p:spTree>
    <p:extLst>
      <p:ext uri="{BB962C8B-B14F-4D97-AF65-F5344CB8AC3E}">
        <p14:creationId xmlns:p14="http://schemas.microsoft.com/office/powerpoint/2010/main" val="377869935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19757" y="1505728"/>
            <a:ext cx="10659141" cy="6403901"/>
          </a:xfrm>
        </p:spPr>
        <p:txBody>
          <a:bodyPr anchor="b"/>
          <a:lstStyle>
            <a:defPPr>
              <a:defRPr kern="1200"/>
            </a:defPPr>
            <a:lvl1pPr algn="l">
              <a:defRPr sz="1292" b="1"/>
            </a:lvl1pPr>
          </a:lstStyle>
          <a:p>
            <a:r>
              <a:rPr lang="en-US"/>
              <a:t>Click to edit Master title style</a:t>
            </a:r>
          </a:p>
        </p:txBody>
      </p:sp>
      <p:sp>
        <p:nvSpPr>
          <p:cNvPr id="3" name="Content Placeholder 2"/>
          <p:cNvSpPr>
            <a:spLocks noGrp="1"/>
          </p:cNvSpPr>
          <p:nvPr>
            <p:ph idx="1"/>
          </p:nvPr>
        </p:nvSpPr>
        <p:spPr>
          <a:xfrm>
            <a:off x="12667430" y="1505728"/>
            <a:ext cx="18112102" cy="32260125"/>
          </a:xfrm>
        </p:spPr>
        <p:txBody>
          <a:bodyPr/>
          <a:lstStyle>
            <a:defPPr>
              <a:defRPr kern="1200"/>
            </a:defPPr>
            <a:lvl1pPr>
              <a:defRPr sz="2067"/>
            </a:lvl1pPr>
            <a:lvl2pPr>
              <a:defRPr sz="1809"/>
            </a:lvl2pPr>
            <a:lvl3pPr>
              <a:defRPr sz="1550"/>
            </a:lvl3pPr>
            <a:lvl4pPr>
              <a:defRPr sz="1292"/>
            </a:lvl4pPr>
            <a:lvl5pPr>
              <a:defRPr sz="1292"/>
            </a:lvl5pPr>
            <a:lvl6pPr>
              <a:defRPr sz="1292"/>
            </a:lvl6pPr>
            <a:lvl7pPr>
              <a:defRPr sz="1292"/>
            </a:lvl7pPr>
            <a:lvl8pPr>
              <a:defRPr sz="1292"/>
            </a:lvl8pPr>
            <a:lvl9pPr>
              <a:defRPr sz="129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19757" y="7909628"/>
            <a:ext cx="10659141" cy="25856225"/>
          </a:xfrm>
        </p:spPr>
        <p:txBody>
          <a:bodyPr/>
          <a:lstStyle>
            <a:defPPr>
              <a:defRPr kern="1200"/>
            </a:defPPr>
            <a:lvl1pPr marL="0" indent="0">
              <a:buNone/>
              <a:defRPr sz="904"/>
            </a:lvl1pPr>
            <a:lvl2pPr marL="295305" indent="0">
              <a:buNone/>
              <a:defRPr sz="775"/>
            </a:lvl2pPr>
            <a:lvl3pPr marL="590611" indent="0">
              <a:buNone/>
              <a:defRPr sz="646"/>
            </a:lvl3pPr>
            <a:lvl4pPr marL="885916" indent="0">
              <a:buNone/>
              <a:defRPr sz="581"/>
            </a:lvl4pPr>
            <a:lvl5pPr marL="1181222" indent="0">
              <a:buNone/>
              <a:defRPr sz="581"/>
            </a:lvl5pPr>
            <a:lvl6pPr marL="1476527" indent="0">
              <a:buNone/>
              <a:defRPr sz="581"/>
            </a:lvl6pPr>
            <a:lvl7pPr marL="1771833" indent="0">
              <a:buNone/>
              <a:defRPr sz="581"/>
            </a:lvl7pPr>
            <a:lvl8pPr marL="2067138" indent="0">
              <a:buNone/>
              <a:defRPr sz="581"/>
            </a:lvl8pPr>
            <a:lvl9pPr marL="2362444" indent="0">
              <a:buNone/>
              <a:defRPr sz="581"/>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332F5167-8CBC-4FF1-941C-FB4C9DC0C8D7}" type="slidenum">
              <a:rPr lang="en-US"/>
              <a:pPr>
                <a:defRPr/>
              </a:pPr>
              <a:t>‹#›</a:t>
            </a:fld>
            <a:endParaRPr lang="en-US"/>
          </a:p>
        </p:txBody>
      </p:sp>
    </p:spTree>
    <p:extLst>
      <p:ext uri="{BB962C8B-B14F-4D97-AF65-F5344CB8AC3E}">
        <p14:creationId xmlns:p14="http://schemas.microsoft.com/office/powerpoint/2010/main" val="304515265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50903" y="26459611"/>
            <a:ext cx="19439157" cy="3124476"/>
          </a:xfrm>
        </p:spPr>
        <p:txBody>
          <a:bodyPr anchor="b"/>
          <a:lstStyle>
            <a:defPPr>
              <a:defRPr kern="1200"/>
            </a:defPPr>
            <a:lvl1pPr algn="l">
              <a:defRPr sz="1292" b="1"/>
            </a:lvl1pPr>
          </a:lstStyle>
          <a:p>
            <a:r>
              <a:rPr lang="en-US"/>
              <a:t>Click to edit Master title style</a:t>
            </a:r>
          </a:p>
        </p:txBody>
      </p:sp>
      <p:sp>
        <p:nvSpPr>
          <p:cNvPr id="3" name="Picture Placeholder 2"/>
          <p:cNvSpPr>
            <a:spLocks noGrp="1"/>
          </p:cNvSpPr>
          <p:nvPr>
            <p:ph type="pic" idx="1"/>
          </p:nvPr>
        </p:nvSpPr>
        <p:spPr>
          <a:xfrm>
            <a:off x="6350903" y="3377863"/>
            <a:ext cx="19439157" cy="22678884"/>
          </a:xfrm>
        </p:spPr>
        <p:txBody>
          <a:bodyPr/>
          <a:lstStyle>
            <a:defPPr>
              <a:defRPr kern="1200"/>
            </a:defPPr>
            <a:lvl1pPr marL="0" indent="0">
              <a:buNone/>
              <a:defRPr sz="2067"/>
            </a:lvl1pPr>
            <a:lvl2pPr marL="295305" indent="0">
              <a:buNone/>
              <a:defRPr sz="1809"/>
            </a:lvl2pPr>
            <a:lvl3pPr marL="590611" indent="0">
              <a:buNone/>
              <a:defRPr sz="1550"/>
            </a:lvl3pPr>
            <a:lvl4pPr marL="885916" indent="0">
              <a:buNone/>
              <a:defRPr sz="1292"/>
            </a:lvl4pPr>
            <a:lvl5pPr marL="1181222" indent="0">
              <a:buNone/>
              <a:defRPr sz="1292"/>
            </a:lvl5pPr>
            <a:lvl6pPr marL="1476527" indent="0">
              <a:buNone/>
              <a:defRPr sz="1292"/>
            </a:lvl6pPr>
            <a:lvl7pPr marL="1771833" indent="0">
              <a:buNone/>
              <a:defRPr sz="1292"/>
            </a:lvl7pPr>
            <a:lvl8pPr marL="2067138" indent="0">
              <a:buNone/>
              <a:defRPr sz="1292"/>
            </a:lvl8pPr>
            <a:lvl9pPr marL="2362444" indent="0">
              <a:buNone/>
              <a:defRPr sz="1292"/>
            </a:lvl9pPr>
          </a:lstStyle>
          <a:p>
            <a:pPr lvl="0"/>
            <a:endParaRPr lang="en-US" noProof="0"/>
          </a:p>
        </p:txBody>
      </p:sp>
      <p:sp>
        <p:nvSpPr>
          <p:cNvPr id="4" name="Text Placeholder 3"/>
          <p:cNvSpPr>
            <a:spLocks noGrp="1"/>
          </p:cNvSpPr>
          <p:nvPr>
            <p:ph type="body" sz="half" idx="2"/>
          </p:nvPr>
        </p:nvSpPr>
        <p:spPr>
          <a:xfrm>
            <a:off x="6350903" y="29584088"/>
            <a:ext cx="19439157" cy="4435151"/>
          </a:xfrm>
        </p:spPr>
        <p:txBody>
          <a:bodyPr/>
          <a:lstStyle>
            <a:defPPr>
              <a:defRPr kern="1200"/>
            </a:defPPr>
            <a:lvl1pPr marL="0" indent="0">
              <a:buNone/>
              <a:defRPr sz="904"/>
            </a:lvl1pPr>
            <a:lvl2pPr marL="295305" indent="0">
              <a:buNone/>
              <a:defRPr sz="775"/>
            </a:lvl2pPr>
            <a:lvl3pPr marL="590611" indent="0">
              <a:buNone/>
              <a:defRPr sz="646"/>
            </a:lvl3pPr>
            <a:lvl4pPr marL="885916" indent="0">
              <a:buNone/>
              <a:defRPr sz="581"/>
            </a:lvl4pPr>
            <a:lvl5pPr marL="1181222" indent="0">
              <a:buNone/>
              <a:defRPr sz="581"/>
            </a:lvl5pPr>
            <a:lvl6pPr marL="1476527" indent="0">
              <a:buNone/>
              <a:defRPr sz="581"/>
            </a:lvl6pPr>
            <a:lvl7pPr marL="1771833" indent="0">
              <a:buNone/>
              <a:defRPr sz="581"/>
            </a:lvl7pPr>
            <a:lvl8pPr marL="2067138" indent="0">
              <a:buNone/>
              <a:defRPr sz="581"/>
            </a:lvl8pPr>
            <a:lvl9pPr marL="2362444" indent="0">
              <a:buNone/>
              <a:defRPr sz="581"/>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B5629D8C-964D-4531-AEEF-CACEBA47F0D9}" type="slidenum">
              <a:rPr lang="en-US"/>
              <a:pPr>
                <a:defRPr/>
              </a:pPr>
              <a:t>‹#›</a:t>
            </a:fld>
            <a:endParaRPr lang="en-US"/>
          </a:p>
        </p:txBody>
      </p:sp>
    </p:spTree>
    <p:extLst>
      <p:ext uri="{BB962C8B-B14F-4D97-AF65-F5344CB8AC3E}">
        <p14:creationId xmlns:p14="http://schemas.microsoft.com/office/powerpoint/2010/main" val="119409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6AF7A044-11FD-4E27-B513-0D458FB4B05D}" type="slidenum">
              <a:rPr lang="en-US"/>
              <a:pPr>
                <a:defRPr/>
              </a:pPr>
              <a:t>‹#›</a:t>
            </a:fld>
            <a:endParaRPr lang="en-US"/>
          </a:p>
        </p:txBody>
      </p:sp>
    </p:spTree>
    <p:extLst>
      <p:ext uri="{BB962C8B-B14F-4D97-AF65-F5344CB8AC3E}">
        <p14:creationId xmlns:p14="http://schemas.microsoft.com/office/powerpoint/2010/main" val="182820817"/>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490111" y="1514845"/>
            <a:ext cx="7289423" cy="32252834"/>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1620799" y="1514845"/>
            <a:ext cx="21769312" cy="32252834"/>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C4A8B09D-F957-4A06-AF1F-2E1E112D5404}" type="slidenum">
              <a:rPr lang="en-US"/>
              <a:pPr>
                <a:defRPr/>
              </a:pPr>
              <a:t>‹#›</a:t>
            </a:fld>
            <a:endParaRPr lang="en-US"/>
          </a:p>
        </p:txBody>
      </p:sp>
    </p:spTree>
    <p:extLst>
      <p:ext uri="{BB962C8B-B14F-4D97-AF65-F5344CB8AC3E}">
        <p14:creationId xmlns:p14="http://schemas.microsoft.com/office/powerpoint/2010/main" val="97814988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20668" y="1514843"/>
            <a:ext cx="29159125" cy="62999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1620668" y="8821086"/>
            <a:ext cx="29159125" cy="249465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1620668" y="34423924"/>
            <a:ext cx="7559600" cy="26249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t" anchorCtr="0" compatLnSpc="1">
            <a:prstTxWarp prst="textNoShape">
              <a:avLst/>
            </a:prstTxWarp>
          </a:bodyPr>
          <a:lstStyle>
            <a:defPPr>
              <a:defRPr kern="1200"/>
            </a:defPPr>
            <a:lvl1pPr defTabSz="3038160">
              <a:defRPr sz="4650"/>
            </a:lvl1pPr>
          </a:lstStyle>
          <a:p>
            <a:pPr>
              <a:defRPr/>
            </a:pPr>
            <a:endParaRPr lang="en-US"/>
          </a:p>
        </p:txBody>
      </p:sp>
      <p:sp>
        <p:nvSpPr>
          <p:cNvPr id="1029" name="Rectangle 5"/>
          <p:cNvSpPr>
            <a:spLocks noGrp="1" noChangeArrowheads="1"/>
          </p:cNvSpPr>
          <p:nvPr>
            <p:ph type="ftr" sz="quarter" idx="3"/>
          </p:nvPr>
        </p:nvSpPr>
        <p:spPr bwMode="auto">
          <a:xfrm>
            <a:off x="11070460" y="34423924"/>
            <a:ext cx="10259540" cy="26249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t" anchorCtr="0" compatLnSpc="1">
            <a:prstTxWarp prst="textNoShape">
              <a:avLst/>
            </a:prstTxWarp>
          </a:bodyPr>
          <a:lstStyle>
            <a:defPPr>
              <a:defRPr kern="1200"/>
            </a:defPPr>
            <a:lvl1pPr algn="ctr" defTabSz="3038160">
              <a:defRPr sz="4650"/>
            </a:lvl1pPr>
          </a:lstStyle>
          <a:p>
            <a:pPr>
              <a:defRPr/>
            </a:pPr>
            <a:endParaRPr lang="en-US"/>
          </a:p>
        </p:txBody>
      </p:sp>
      <p:sp>
        <p:nvSpPr>
          <p:cNvPr id="1030" name="Rectangle 6"/>
          <p:cNvSpPr>
            <a:spLocks noGrp="1" noChangeArrowheads="1"/>
          </p:cNvSpPr>
          <p:nvPr>
            <p:ph type="sldNum" sz="quarter" idx="4"/>
          </p:nvPr>
        </p:nvSpPr>
        <p:spPr bwMode="auto">
          <a:xfrm>
            <a:off x="23220192" y="34423924"/>
            <a:ext cx="7559600" cy="26249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t" anchorCtr="0" compatLnSpc="1">
            <a:prstTxWarp prst="textNoShape">
              <a:avLst/>
            </a:prstTxWarp>
          </a:bodyPr>
          <a:lstStyle>
            <a:defPPr>
              <a:defRPr kern="1200"/>
            </a:defPPr>
            <a:lvl1pPr algn="r" defTabSz="3038160">
              <a:defRPr sz="4650"/>
            </a:lvl1pPr>
          </a:lstStyle>
          <a:p>
            <a:pPr>
              <a:defRPr/>
            </a:pPr>
            <a:fld id="{7920789E-004F-4528-BD99-83C2E37E877C}" type="slidenum">
              <a:rPr lang="en-US"/>
              <a:pPr>
                <a:defRPr/>
              </a:pPr>
              <a:t>‹#›</a:t>
            </a:fld>
            <a:endParaRPr lang="en-US"/>
          </a:p>
        </p:txBody>
      </p:sp>
      <p:pic>
        <p:nvPicPr>
          <p:cNvPr id="1031" name="New picture"/>
          <p:cNvPicPr/>
          <p:nvPr/>
        </p:nvPicPr>
        <p:blipFill>
          <a:blip r:embed="rId13"/>
          <a:stretch>
            <a:fillRect/>
          </a:stretch>
        </p:blipFill>
        <p:spPr>
          <a:xfrm rot="16200000">
            <a:off x="-10021784" y="18657835"/>
            <a:ext cx="12293738" cy="3874915"/>
          </a:xfrm>
          <a:prstGeom prst="rect">
            <a:avLst/>
          </a:prstGeom>
        </p:spPr>
      </p:pic>
      <p:pic>
        <p:nvPicPr>
          <p:cNvPr id="1032" name="New picture"/>
          <p:cNvPicPr/>
          <p:nvPr/>
        </p:nvPicPr>
        <p:blipFill>
          <a:blip r:embed="rId13"/>
          <a:stretch>
            <a:fillRect/>
          </a:stretch>
        </p:blipFill>
        <p:spPr>
          <a:xfrm rot="5400000">
            <a:off x="30127334" y="18657835"/>
            <a:ext cx="12293738" cy="3874915"/>
          </a:xfrm>
          <a:prstGeom prst="rect">
            <a:avLst/>
          </a:prstGeom>
        </p:spPr>
      </p:pic>
      <p:pic>
        <p:nvPicPr>
          <p:cNvPr id="1033" name="New picture"/>
          <p:cNvPicPr/>
          <p:nvPr/>
        </p:nvPicPr>
        <p:blipFill>
          <a:blip r:embed="rId14"/>
          <a:stretch>
            <a:fillRect/>
          </a:stretch>
        </p:blipFill>
        <p:spPr>
          <a:xfrm>
            <a:off x="1437469" y="38237462"/>
            <a:ext cx="29524351" cy="1246874"/>
          </a:xfrm>
          <a:prstGeom prst="rect">
            <a:avLst/>
          </a:prstGeom>
        </p:spPr>
      </p:pic>
      <p:sp>
        <p:nvSpPr>
          <p:cNvPr id="1034" name="New shape"/>
          <p:cNvSpPr/>
          <p:nvPr/>
        </p:nvSpPr>
        <p:spPr>
          <a:xfrm>
            <a:off x="1437468" y="38729650"/>
            <a:ext cx="16199644" cy="10937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3927">
                <a:solidFill>
                  <a:srgbClr val="808080"/>
                </a:solidFill>
              </a:rPr>
              <a:t>Template ID: concentrativechartreuse  Size: 36x48</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defPPr>
        <a:defRPr kern="1200"/>
      </a:defPPr>
      <a:lvl1pPr algn="ctr" defTabSz="3038160" rtl="0" eaLnBrk="0" fontAlgn="base" hangingPunct="0">
        <a:spcBef>
          <a:spcPct val="0"/>
        </a:spcBef>
        <a:spcAft>
          <a:spcPct val="0"/>
        </a:spcAft>
        <a:defRPr sz="14662">
          <a:solidFill>
            <a:schemeClr val="tx2"/>
          </a:solidFill>
          <a:latin typeface="+mj-lt"/>
          <a:ea typeface="+mj-ea"/>
          <a:cs typeface="+mj-cs"/>
        </a:defRPr>
      </a:lvl1pPr>
      <a:lvl2pPr algn="ctr" defTabSz="3038160" rtl="0" eaLnBrk="0" fontAlgn="base" hangingPunct="0">
        <a:spcBef>
          <a:spcPct val="0"/>
        </a:spcBef>
        <a:spcAft>
          <a:spcPct val="0"/>
        </a:spcAft>
        <a:defRPr sz="14662">
          <a:solidFill>
            <a:schemeClr val="tx2"/>
          </a:solidFill>
          <a:latin typeface="Arial"/>
        </a:defRPr>
      </a:lvl2pPr>
      <a:lvl3pPr algn="ctr" defTabSz="3038160" rtl="0" eaLnBrk="0" fontAlgn="base" hangingPunct="0">
        <a:spcBef>
          <a:spcPct val="0"/>
        </a:spcBef>
        <a:spcAft>
          <a:spcPct val="0"/>
        </a:spcAft>
        <a:defRPr sz="14662">
          <a:solidFill>
            <a:schemeClr val="tx2"/>
          </a:solidFill>
          <a:latin typeface="Arial"/>
        </a:defRPr>
      </a:lvl3pPr>
      <a:lvl4pPr algn="ctr" defTabSz="3038160" rtl="0" eaLnBrk="0" fontAlgn="base" hangingPunct="0">
        <a:spcBef>
          <a:spcPct val="0"/>
        </a:spcBef>
        <a:spcAft>
          <a:spcPct val="0"/>
        </a:spcAft>
        <a:defRPr sz="14662">
          <a:solidFill>
            <a:schemeClr val="tx2"/>
          </a:solidFill>
          <a:latin typeface="Arial"/>
        </a:defRPr>
      </a:lvl4pPr>
      <a:lvl5pPr algn="ctr" defTabSz="3038160" rtl="0" eaLnBrk="0" fontAlgn="base" hangingPunct="0">
        <a:spcBef>
          <a:spcPct val="0"/>
        </a:spcBef>
        <a:spcAft>
          <a:spcPct val="0"/>
        </a:spcAft>
        <a:defRPr sz="14662">
          <a:solidFill>
            <a:schemeClr val="tx2"/>
          </a:solidFill>
          <a:latin typeface="Arial"/>
        </a:defRPr>
      </a:lvl5pPr>
      <a:lvl6pPr marL="295305" algn="ctr" defTabSz="3038160" rtl="0" fontAlgn="base">
        <a:spcBef>
          <a:spcPct val="0"/>
        </a:spcBef>
        <a:spcAft>
          <a:spcPct val="0"/>
        </a:spcAft>
        <a:defRPr sz="14662">
          <a:solidFill>
            <a:schemeClr val="tx2"/>
          </a:solidFill>
          <a:latin typeface="Arial"/>
        </a:defRPr>
      </a:lvl6pPr>
      <a:lvl7pPr marL="590611" algn="ctr" defTabSz="3038160" rtl="0" fontAlgn="base">
        <a:spcBef>
          <a:spcPct val="0"/>
        </a:spcBef>
        <a:spcAft>
          <a:spcPct val="0"/>
        </a:spcAft>
        <a:defRPr sz="14662">
          <a:solidFill>
            <a:schemeClr val="tx2"/>
          </a:solidFill>
          <a:latin typeface="Arial"/>
        </a:defRPr>
      </a:lvl7pPr>
      <a:lvl8pPr marL="885916" algn="ctr" defTabSz="3038160" rtl="0" fontAlgn="base">
        <a:spcBef>
          <a:spcPct val="0"/>
        </a:spcBef>
        <a:spcAft>
          <a:spcPct val="0"/>
        </a:spcAft>
        <a:defRPr sz="14662">
          <a:solidFill>
            <a:schemeClr val="tx2"/>
          </a:solidFill>
          <a:latin typeface="Arial"/>
        </a:defRPr>
      </a:lvl8pPr>
      <a:lvl9pPr marL="1181222" algn="ctr" defTabSz="3038160" rtl="0" fontAlgn="base">
        <a:spcBef>
          <a:spcPct val="0"/>
        </a:spcBef>
        <a:spcAft>
          <a:spcPct val="0"/>
        </a:spcAft>
        <a:defRPr sz="14662">
          <a:solidFill>
            <a:schemeClr val="tx2"/>
          </a:solidFill>
          <a:latin typeface="Arial"/>
        </a:defRPr>
      </a:lvl9pPr>
    </p:titleStyle>
    <p:bodyStyle>
      <a:defPPr>
        <a:defRPr kern="1200"/>
      </a:defPPr>
      <a:lvl1pPr marL="1140207" indent="-1140207" algn="l" defTabSz="3038160" rtl="0" eaLnBrk="0" fontAlgn="base" hangingPunct="0">
        <a:spcBef>
          <a:spcPct val="20000"/>
        </a:spcBef>
        <a:spcAft>
          <a:spcPct val="0"/>
        </a:spcAft>
        <a:buChar char="•"/>
        <a:defRPr sz="10657">
          <a:solidFill>
            <a:schemeClr val="tx1"/>
          </a:solidFill>
          <a:latin typeface="+mn-lt"/>
          <a:ea typeface="+mn-ea"/>
          <a:cs typeface="+mn-cs"/>
        </a:defRPr>
      </a:lvl1pPr>
      <a:lvl2pPr marL="2469082" indent="-950515" algn="l" defTabSz="3038160" rtl="0" eaLnBrk="0" fontAlgn="base" hangingPunct="0">
        <a:spcBef>
          <a:spcPct val="20000"/>
        </a:spcBef>
        <a:spcAft>
          <a:spcPct val="0"/>
        </a:spcAft>
        <a:buChar char="–"/>
        <a:defRPr sz="9301">
          <a:solidFill>
            <a:schemeClr val="tx1"/>
          </a:solidFill>
          <a:latin typeface="+mn-lt"/>
        </a:defRPr>
      </a:lvl2pPr>
      <a:lvl3pPr marL="3797957" indent="-759797" algn="l" defTabSz="3038160" rtl="0" eaLnBrk="0" fontAlgn="base" hangingPunct="0">
        <a:spcBef>
          <a:spcPct val="20000"/>
        </a:spcBef>
        <a:spcAft>
          <a:spcPct val="0"/>
        </a:spcAft>
        <a:buChar char="•"/>
        <a:defRPr sz="7945">
          <a:solidFill>
            <a:schemeClr val="tx1"/>
          </a:solidFill>
          <a:latin typeface="+mn-lt"/>
        </a:defRPr>
      </a:lvl3pPr>
      <a:lvl4pPr marL="5315499" indent="-759797" algn="l" defTabSz="3038160" rtl="0" eaLnBrk="0" fontAlgn="base" hangingPunct="0">
        <a:spcBef>
          <a:spcPct val="20000"/>
        </a:spcBef>
        <a:spcAft>
          <a:spcPct val="0"/>
        </a:spcAft>
        <a:buChar char="–"/>
        <a:defRPr sz="6717">
          <a:solidFill>
            <a:schemeClr val="tx1"/>
          </a:solidFill>
          <a:latin typeface="+mn-lt"/>
        </a:defRPr>
      </a:lvl4pPr>
      <a:lvl5pPr marL="6834066" indent="-758771" algn="l" defTabSz="3038160" rtl="0" eaLnBrk="0" fontAlgn="base" hangingPunct="0">
        <a:spcBef>
          <a:spcPct val="20000"/>
        </a:spcBef>
        <a:spcAft>
          <a:spcPct val="0"/>
        </a:spcAft>
        <a:buChar char="»"/>
        <a:defRPr sz="6717">
          <a:solidFill>
            <a:schemeClr val="tx1"/>
          </a:solidFill>
          <a:latin typeface="+mn-lt"/>
        </a:defRPr>
      </a:lvl5pPr>
      <a:lvl6pPr marL="7129372" indent="-758771" algn="l" defTabSz="3038160" rtl="0" fontAlgn="base">
        <a:spcBef>
          <a:spcPct val="20000"/>
        </a:spcBef>
        <a:spcAft>
          <a:spcPct val="0"/>
        </a:spcAft>
        <a:buChar char="»"/>
        <a:defRPr sz="6717">
          <a:solidFill>
            <a:schemeClr val="tx1"/>
          </a:solidFill>
          <a:latin typeface="+mn-lt"/>
        </a:defRPr>
      </a:lvl6pPr>
      <a:lvl7pPr marL="7424677" indent="-758771" algn="l" defTabSz="3038160" rtl="0" fontAlgn="base">
        <a:spcBef>
          <a:spcPct val="20000"/>
        </a:spcBef>
        <a:spcAft>
          <a:spcPct val="0"/>
        </a:spcAft>
        <a:buChar char="»"/>
        <a:defRPr sz="6717">
          <a:solidFill>
            <a:schemeClr val="tx1"/>
          </a:solidFill>
          <a:latin typeface="+mn-lt"/>
        </a:defRPr>
      </a:lvl7pPr>
      <a:lvl8pPr marL="7719983" indent="-758771" algn="l" defTabSz="3038160" rtl="0" fontAlgn="base">
        <a:spcBef>
          <a:spcPct val="20000"/>
        </a:spcBef>
        <a:spcAft>
          <a:spcPct val="0"/>
        </a:spcAft>
        <a:buChar char="»"/>
        <a:defRPr sz="6717">
          <a:solidFill>
            <a:schemeClr val="tx1"/>
          </a:solidFill>
          <a:latin typeface="+mn-lt"/>
        </a:defRPr>
      </a:lvl8pPr>
      <a:lvl9pPr marL="8015288" indent="-758771" algn="l" defTabSz="3038160" rtl="0" fontAlgn="base">
        <a:spcBef>
          <a:spcPct val="20000"/>
        </a:spcBef>
        <a:spcAft>
          <a:spcPct val="0"/>
        </a:spcAft>
        <a:buChar char="»"/>
        <a:defRPr sz="6717">
          <a:solidFill>
            <a:schemeClr val="tx1"/>
          </a:solidFill>
          <a:latin typeface="+mn-lt"/>
        </a:defRPr>
      </a:lvl9pPr>
    </p:bodyStyle>
    <p:otherStyle>
      <a:defPPr>
        <a:defRPr lang="en-US"/>
      </a:defPPr>
      <a:lvl1pPr marL="0" algn="l" defTabSz="590611" rtl="0" eaLnBrk="1" latinLnBrk="0" hangingPunct="1">
        <a:defRPr sz="1163" kern="1200">
          <a:solidFill>
            <a:schemeClr val="tx1"/>
          </a:solidFill>
          <a:latin typeface="+mn-lt"/>
          <a:ea typeface="+mn-ea"/>
          <a:cs typeface="+mn-cs"/>
        </a:defRPr>
      </a:lvl1pPr>
      <a:lvl2pPr marL="295305" algn="l" defTabSz="590611" rtl="0" eaLnBrk="1" latinLnBrk="0" hangingPunct="1">
        <a:defRPr sz="1163" kern="1200">
          <a:solidFill>
            <a:schemeClr val="tx1"/>
          </a:solidFill>
          <a:latin typeface="+mn-lt"/>
          <a:ea typeface="+mn-ea"/>
          <a:cs typeface="+mn-cs"/>
        </a:defRPr>
      </a:lvl2pPr>
      <a:lvl3pPr marL="590611" algn="l" defTabSz="590611" rtl="0" eaLnBrk="1" latinLnBrk="0" hangingPunct="1">
        <a:defRPr sz="1163" kern="1200">
          <a:solidFill>
            <a:schemeClr val="tx1"/>
          </a:solidFill>
          <a:latin typeface="+mn-lt"/>
          <a:ea typeface="+mn-ea"/>
          <a:cs typeface="+mn-cs"/>
        </a:defRPr>
      </a:lvl3pPr>
      <a:lvl4pPr marL="885916" algn="l" defTabSz="590611" rtl="0" eaLnBrk="1" latinLnBrk="0" hangingPunct="1">
        <a:defRPr sz="1163" kern="1200">
          <a:solidFill>
            <a:schemeClr val="tx1"/>
          </a:solidFill>
          <a:latin typeface="+mn-lt"/>
          <a:ea typeface="+mn-ea"/>
          <a:cs typeface="+mn-cs"/>
        </a:defRPr>
      </a:lvl4pPr>
      <a:lvl5pPr marL="1181222" algn="l" defTabSz="590611" rtl="0" eaLnBrk="1" latinLnBrk="0" hangingPunct="1">
        <a:defRPr sz="1163" kern="1200">
          <a:solidFill>
            <a:schemeClr val="tx1"/>
          </a:solidFill>
          <a:latin typeface="+mn-lt"/>
          <a:ea typeface="+mn-ea"/>
          <a:cs typeface="+mn-cs"/>
        </a:defRPr>
      </a:lvl5pPr>
      <a:lvl6pPr marL="1476527" algn="l" defTabSz="590611" rtl="0" eaLnBrk="1" latinLnBrk="0" hangingPunct="1">
        <a:defRPr sz="1163" kern="1200">
          <a:solidFill>
            <a:schemeClr val="tx1"/>
          </a:solidFill>
          <a:latin typeface="+mn-lt"/>
          <a:ea typeface="+mn-ea"/>
          <a:cs typeface="+mn-cs"/>
        </a:defRPr>
      </a:lvl6pPr>
      <a:lvl7pPr marL="1771833" algn="l" defTabSz="590611" rtl="0" eaLnBrk="1" latinLnBrk="0" hangingPunct="1">
        <a:defRPr sz="1163" kern="1200">
          <a:solidFill>
            <a:schemeClr val="tx1"/>
          </a:solidFill>
          <a:latin typeface="+mn-lt"/>
          <a:ea typeface="+mn-ea"/>
          <a:cs typeface="+mn-cs"/>
        </a:defRPr>
      </a:lvl7pPr>
      <a:lvl8pPr marL="2067138" algn="l" defTabSz="590611" rtl="0" eaLnBrk="1" latinLnBrk="0" hangingPunct="1">
        <a:defRPr sz="1163" kern="1200">
          <a:solidFill>
            <a:schemeClr val="tx1"/>
          </a:solidFill>
          <a:latin typeface="+mn-lt"/>
          <a:ea typeface="+mn-ea"/>
          <a:cs typeface="+mn-cs"/>
        </a:defRPr>
      </a:lvl8pPr>
      <a:lvl9pPr marL="2362444" algn="l" defTabSz="590611" rtl="0" eaLnBrk="1" latinLnBrk="0" hangingPunct="1">
        <a:defRPr sz="116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6"/>
          <p:cNvSpPr>
            <a:spLocks noChangeArrowheads="1"/>
          </p:cNvSpPr>
          <p:nvPr/>
        </p:nvSpPr>
        <p:spPr bwMode="auto">
          <a:xfrm>
            <a:off x="0" y="0"/>
            <a:ext cx="32399288" cy="4326033"/>
          </a:xfrm>
          <a:prstGeom prst="rect">
            <a:avLst/>
          </a:prstGeom>
          <a:solidFill>
            <a:srgbClr val="368445"/>
          </a:solidFill>
          <a:ln w="38100">
            <a:solidFill>
              <a:schemeClr val="tx1"/>
            </a:solidFill>
            <a:miter lim="800000"/>
          </a:ln>
        </p:spPr>
        <p:txBody>
          <a:bodyPr lIns="88594" tIns="44297" rIns="88594" bIns="44297" anchor="ctr"/>
          <a:lstStyle>
            <a:defPPr>
              <a:defRPr kern="1200"/>
            </a:defPPr>
          </a:lstStyle>
          <a:p>
            <a:pPr algn="ctr" defTabSz="3038160"/>
            <a:endParaRPr lang="en-US" sz="3488" b="1" dirty="0">
              <a:solidFill>
                <a:schemeClr val="tx2"/>
              </a:solidFill>
              <a:latin typeface="Gill Sans" pitchFamily="34" charset="0"/>
            </a:endParaRPr>
          </a:p>
        </p:txBody>
      </p:sp>
      <p:sp>
        <p:nvSpPr>
          <p:cNvPr id="380" name="Text Placeholder 5">
            <a:extLst>
              <a:ext uri="{FF2B5EF4-FFF2-40B4-BE49-F238E27FC236}">
                <a16:creationId xmlns:a16="http://schemas.microsoft.com/office/drawing/2014/main" id="{4369D350-A6E8-4013-9E68-41D409BBBE5D}"/>
              </a:ext>
            </a:extLst>
          </p:cNvPr>
          <p:cNvSpPr txBox="1"/>
          <p:nvPr/>
        </p:nvSpPr>
        <p:spPr>
          <a:xfrm>
            <a:off x="5244241" y="535781"/>
            <a:ext cx="22281232" cy="1897336"/>
          </a:xfrm>
          <a:prstGeom prst="rect">
            <a:avLst/>
          </a:prstGeom>
        </p:spPr>
        <p:txBody>
          <a:bodyPr lIns="0" tIns="0" rIns="0" bIns="0">
            <a:noAutofit/>
          </a:bodyPr>
          <a:lstStyle>
            <a:defPPr>
              <a:defRPr kern="1200"/>
            </a:defPPr>
            <a:lvl1pPr marL="0" marR="0" indent="0" algn="l" defTabSz="3783013" rtl="0" eaLnBrk="1" fontAlgn="auto" latinLnBrk="0" hangingPunct="1">
              <a:lnSpc>
                <a:spcPct val="100000"/>
              </a:lnSpc>
              <a:spcBef>
                <a:spcPts val="600"/>
              </a:spcBef>
              <a:spcAft>
                <a:spcPct val="0"/>
              </a:spcAft>
              <a:buClrTx/>
              <a:buSzTx/>
              <a:buFontTx/>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defTabSz="2241430">
              <a:spcBef>
                <a:spcPct val="20000"/>
              </a:spcBef>
              <a:defRPr/>
            </a:pPr>
            <a:r>
              <a:rPr lang="en-US" sz="5684" b="1" dirty="0">
                <a:solidFill>
                  <a:schemeClr val="bg1"/>
                </a:solidFill>
                <a:latin typeface="Times New Roman" panose="02020603050405020304" pitchFamily="18" charset="0"/>
                <a:cs typeface="Times New Roman" panose="02020603050405020304" pitchFamily="18" charset="0"/>
              </a:rPr>
              <a:t>Is it a mixedwood? Spatially-explicit responses to gradients in habitat structure and composition in three boreal bird species</a:t>
            </a:r>
            <a:endParaRPr lang="en-US" sz="5512" dirty="0">
              <a:solidFill>
                <a:schemeClr val="bg1"/>
              </a:solidFill>
              <a:latin typeface="Montserrat Extra Bold" panose="00000900000000000000" pitchFamily="50" charset="0"/>
            </a:endParaRPr>
          </a:p>
        </p:txBody>
      </p:sp>
      <p:sp>
        <p:nvSpPr>
          <p:cNvPr id="381" name="Text Placeholder 5">
            <a:extLst>
              <a:ext uri="{FF2B5EF4-FFF2-40B4-BE49-F238E27FC236}">
                <a16:creationId xmlns:a16="http://schemas.microsoft.com/office/drawing/2014/main" id="{8BBE4D3D-2973-4E7D-BD53-6E31C96F6EA1}"/>
              </a:ext>
            </a:extLst>
          </p:cNvPr>
          <p:cNvSpPr txBox="1"/>
          <p:nvPr/>
        </p:nvSpPr>
        <p:spPr>
          <a:xfrm>
            <a:off x="6093404" y="2530558"/>
            <a:ext cx="19949980" cy="1621982"/>
          </a:xfrm>
          <a:prstGeom prst="rect">
            <a:avLst/>
          </a:prstGeom>
        </p:spPr>
        <p:txBody>
          <a:bodyPr wrap="square" lIns="0" tIns="0" rIns="0" bIns="0">
            <a:spAutoFit/>
          </a:bodyPr>
          <a:lstStyle>
            <a:defPPr>
              <a:defRPr kern="1200"/>
            </a:defPPr>
            <a:lvl1pPr marL="0" marR="0" indent="0" algn="l" defTabSz="3761086" rtl="0" eaLnBrk="1" fontAlgn="auto" latinLnBrk="0" hangingPunct="1">
              <a:lnSpc>
                <a:spcPct val="100000"/>
              </a:lnSpc>
              <a:spcBef>
                <a:spcPct val="20000"/>
              </a:spcBef>
              <a:spcAft>
                <a:spcPct val="0"/>
              </a:spcAft>
              <a:buClrTx/>
              <a:buSzTx/>
              <a:buFont typeface="Arial" pitchFamily="34" charset="0"/>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a:defRPr/>
            </a:pPr>
            <a:r>
              <a:rPr lang="en-US" sz="3100" dirty="0">
                <a:solidFill>
                  <a:schemeClr val="bg1"/>
                </a:solidFill>
                <a:latin typeface="Times New Roman" panose="02020603050405020304" pitchFamily="18" charset="0"/>
                <a:cs typeface="Times New Roman" panose="02020603050405020304" pitchFamily="18" charset="0"/>
              </a:rPr>
              <a:t>Leonard Patterson (M.Sc. Student), Brendan Casey (ABMI), Dr. Erin Bayne (Supervisor)</a:t>
            </a:r>
          </a:p>
          <a:p>
            <a:pPr algn="ctr">
              <a:defRPr/>
            </a:pPr>
            <a:r>
              <a:rPr lang="en-US" sz="3100" dirty="0">
                <a:solidFill>
                  <a:schemeClr val="bg1"/>
                </a:solidFill>
                <a:latin typeface="Times New Roman" panose="02020603050405020304" pitchFamily="18" charset="0"/>
                <a:cs typeface="Times New Roman" panose="02020603050405020304" pitchFamily="18" charset="0"/>
              </a:rPr>
              <a:t>Department of Biological Sciences, University of Alberta</a:t>
            </a:r>
          </a:p>
          <a:p>
            <a:pPr algn="ctr">
              <a:defRPr/>
            </a:pPr>
            <a:r>
              <a:rPr lang="en-US" sz="3100" dirty="0">
                <a:solidFill>
                  <a:schemeClr val="bg1"/>
                </a:solidFill>
                <a:latin typeface="Times New Roman" panose="02020603050405020304" pitchFamily="18" charset="0"/>
                <a:cs typeface="Times New Roman" panose="02020603050405020304" pitchFamily="18" charset="0"/>
              </a:rPr>
              <a:t>Contact: ljpatter@ualberta.ca</a:t>
            </a:r>
          </a:p>
        </p:txBody>
      </p:sp>
      <p:sp>
        <p:nvSpPr>
          <p:cNvPr id="16" name="TextBox 15">
            <a:extLst>
              <a:ext uri="{FF2B5EF4-FFF2-40B4-BE49-F238E27FC236}">
                <a16:creationId xmlns:a16="http://schemas.microsoft.com/office/drawing/2014/main" id="{65F54A1B-D607-49B2-A4D5-68EB6287478E}"/>
              </a:ext>
            </a:extLst>
          </p:cNvPr>
          <p:cNvSpPr txBox="1"/>
          <p:nvPr/>
        </p:nvSpPr>
        <p:spPr>
          <a:xfrm>
            <a:off x="883444" y="5774994"/>
            <a:ext cx="15011400" cy="4401205"/>
          </a:xfrm>
          <a:prstGeom prst="rect">
            <a:avLst/>
          </a:prstGeom>
          <a:noFill/>
        </p:spPr>
        <p:txBody>
          <a:bodyPr wrap="square" rtlCol="0">
            <a:spAutoFit/>
          </a:bodyPr>
          <a:lstStyle>
            <a:defPPr>
              <a:defRPr kern="1200"/>
            </a:defPPr>
          </a:lstStyle>
          <a:p>
            <a:r>
              <a:rPr lang="en-US" sz="2800" dirty="0">
                <a:latin typeface="Times New Roman" panose="02020603050405020304" pitchFamily="18" charset="0"/>
                <a:cs typeface="Times New Roman" panose="02020603050405020304" pitchFamily="18" charset="0"/>
              </a:rPr>
              <a:t>     Conventional definitions of boreal mixedwood forests are based solely on tree species composition, consider species composition at a relatively coarse grain, and do not explicitly address spatial scale. Such definitions may oversimplify the habitat complexity perceived by avian species,  potentially biasing past attempts to identify mixedwood habitat associations. In the absence of a clear understanding of which structural and compositional components make mixedwood forests suitable habitat for boreal birds, intimate mixedwood forests are increasingly being replaced with spatially segregated mixedwood forests, without knowing whether these configurations provide equivalent ecological value to boreal birds. Given the ongoing decline of many boreal bird species, understanding and defining mixedwood forests from a bird’s perspective is important for understanding the consequences of current harvesting and reforestation practices.</a:t>
            </a:r>
          </a:p>
        </p:txBody>
      </p:sp>
      <p:sp>
        <p:nvSpPr>
          <p:cNvPr id="379" name="Rectangle 10">
            <a:extLst>
              <a:ext uri="{FF2B5EF4-FFF2-40B4-BE49-F238E27FC236}">
                <a16:creationId xmlns:a16="http://schemas.microsoft.com/office/drawing/2014/main" id="{F0700EFA-F39A-4B67-A41D-B592D1296CBF}"/>
              </a:ext>
            </a:extLst>
          </p:cNvPr>
          <p:cNvSpPr>
            <a:spLocks noChangeArrowheads="1"/>
          </p:cNvSpPr>
          <p:nvPr/>
        </p:nvSpPr>
        <p:spPr bwMode="auto">
          <a:xfrm>
            <a:off x="883444" y="4790620"/>
            <a:ext cx="15011400" cy="787499"/>
          </a:xfrm>
          <a:prstGeom prst="rect">
            <a:avLst/>
          </a:prstGeom>
          <a:solidFill>
            <a:srgbClr val="368445"/>
          </a:solidFill>
          <a:ln w="12700">
            <a:solidFill>
              <a:schemeClr val="tx1"/>
            </a:solidFill>
            <a:miter lim="800000"/>
          </a:ln>
        </p:spPr>
        <p:txBody>
          <a:bodyPr wrap="none" lIns="177187" tIns="47250" rIns="177187" bIns="44286" anchor="ctr" anchorCtr="0"/>
          <a:lstStyle>
            <a:defPPr>
              <a:defRPr kern="1200"/>
            </a:defPPr>
          </a:lstStyle>
          <a:p>
            <a:pPr algn="ctr" defTabSz="3037402">
              <a:defRPr/>
            </a:pPr>
            <a:r>
              <a:rPr lang="en-US" sz="3800" b="1" dirty="0">
                <a:solidFill>
                  <a:schemeClr val="bg1"/>
                </a:solidFill>
                <a:latin typeface="Times New Roman" panose="02020603050405020304" pitchFamily="18" charset="0"/>
                <a:cs typeface="Times New Roman" panose="02020603050405020304" pitchFamily="18" charset="0"/>
              </a:rPr>
              <a:t>Background and Objectives</a:t>
            </a:r>
          </a:p>
        </p:txBody>
      </p:sp>
      <p:sp>
        <p:nvSpPr>
          <p:cNvPr id="387" name="Rectangle 10">
            <a:extLst>
              <a:ext uri="{FF2B5EF4-FFF2-40B4-BE49-F238E27FC236}">
                <a16:creationId xmlns:a16="http://schemas.microsoft.com/office/drawing/2014/main" id="{0591E42B-1156-425D-9161-CD6058BB8F41}"/>
              </a:ext>
            </a:extLst>
          </p:cNvPr>
          <p:cNvSpPr>
            <a:spLocks noChangeArrowheads="1"/>
          </p:cNvSpPr>
          <p:nvPr/>
        </p:nvSpPr>
        <p:spPr bwMode="auto">
          <a:xfrm>
            <a:off x="883444" y="18950682"/>
            <a:ext cx="15011400" cy="787499"/>
          </a:xfrm>
          <a:prstGeom prst="rect">
            <a:avLst/>
          </a:prstGeom>
          <a:solidFill>
            <a:srgbClr val="368445"/>
          </a:solidFill>
          <a:ln w="12700">
            <a:solidFill>
              <a:schemeClr val="tx1"/>
            </a:solidFill>
            <a:miter lim="800000"/>
          </a:ln>
        </p:spPr>
        <p:txBody>
          <a:bodyPr wrap="none" lIns="177187" tIns="47250" rIns="177187" bIns="44286" anchor="ctr" anchorCtr="0"/>
          <a:lstStyle>
            <a:defPPr>
              <a:defRPr kern="1200"/>
            </a:defPPr>
          </a:lstStyle>
          <a:p>
            <a:pPr algn="ctr" defTabSz="3037402">
              <a:defRPr/>
            </a:pPr>
            <a:r>
              <a:rPr lang="en-US" sz="3800" b="1" dirty="0">
                <a:solidFill>
                  <a:schemeClr val="bg1"/>
                </a:solidFill>
                <a:latin typeface="Times New Roman" panose="02020603050405020304" pitchFamily="18" charset="0"/>
                <a:cs typeface="Times New Roman" panose="02020603050405020304" pitchFamily="18" charset="0"/>
              </a:rPr>
              <a:t>Results</a:t>
            </a:r>
          </a:p>
        </p:txBody>
      </p:sp>
      <p:sp>
        <p:nvSpPr>
          <p:cNvPr id="15" name="Rectangle 10">
            <a:extLst>
              <a:ext uri="{FF2B5EF4-FFF2-40B4-BE49-F238E27FC236}">
                <a16:creationId xmlns:a16="http://schemas.microsoft.com/office/drawing/2014/main" id="{9ADCCE40-75A3-48DC-BBE9-40643973E49C}"/>
              </a:ext>
            </a:extLst>
          </p:cNvPr>
          <p:cNvSpPr>
            <a:spLocks noChangeArrowheads="1"/>
          </p:cNvSpPr>
          <p:nvPr/>
        </p:nvSpPr>
        <p:spPr bwMode="auto">
          <a:xfrm>
            <a:off x="883444" y="10560668"/>
            <a:ext cx="15011400" cy="787499"/>
          </a:xfrm>
          <a:prstGeom prst="rect">
            <a:avLst/>
          </a:prstGeom>
          <a:solidFill>
            <a:srgbClr val="368445"/>
          </a:solidFill>
          <a:ln w="12700">
            <a:solidFill>
              <a:schemeClr val="tx1"/>
            </a:solidFill>
            <a:miter lim="800000"/>
          </a:ln>
        </p:spPr>
        <p:txBody>
          <a:bodyPr wrap="none" lIns="177187" tIns="47250" rIns="177187" bIns="44286" anchor="ctr" anchorCtr="0"/>
          <a:lstStyle>
            <a:defPPr>
              <a:defRPr kern="1200"/>
            </a:defPPr>
          </a:lstStyle>
          <a:p>
            <a:pPr algn="ctr" defTabSz="3037402">
              <a:defRPr/>
            </a:pPr>
            <a:r>
              <a:rPr lang="en-US" sz="3800" b="1" dirty="0">
                <a:solidFill>
                  <a:schemeClr val="bg1"/>
                </a:solidFill>
                <a:latin typeface="Times New Roman" panose="02020603050405020304" pitchFamily="18" charset="0"/>
                <a:cs typeface="Times New Roman" panose="02020603050405020304" pitchFamily="18" charset="0"/>
              </a:rPr>
              <a:t>Methods</a:t>
            </a:r>
          </a:p>
        </p:txBody>
      </p:sp>
      <p:sp>
        <p:nvSpPr>
          <p:cNvPr id="19" name="Rectangle 10">
            <a:extLst>
              <a:ext uri="{FF2B5EF4-FFF2-40B4-BE49-F238E27FC236}">
                <a16:creationId xmlns:a16="http://schemas.microsoft.com/office/drawing/2014/main" id="{C9A3EBA6-3A1B-49EA-A318-7E74A97F57A7}"/>
              </a:ext>
            </a:extLst>
          </p:cNvPr>
          <p:cNvSpPr>
            <a:spLocks noChangeArrowheads="1"/>
          </p:cNvSpPr>
          <p:nvPr/>
        </p:nvSpPr>
        <p:spPr bwMode="auto">
          <a:xfrm>
            <a:off x="16425912" y="32531863"/>
            <a:ext cx="15089931" cy="709447"/>
          </a:xfrm>
          <a:prstGeom prst="rect">
            <a:avLst/>
          </a:prstGeom>
          <a:solidFill>
            <a:srgbClr val="368445"/>
          </a:solidFill>
          <a:ln w="12700">
            <a:solidFill>
              <a:schemeClr val="tx1"/>
            </a:solidFill>
            <a:miter lim="800000"/>
          </a:ln>
        </p:spPr>
        <p:txBody>
          <a:bodyPr wrap="none" lIns="177187" tIns="47250" rIns="177187" bIns="44286" anchor="ctr" anchorCtr="0"/>
          <a:lstStyle>
            <a:defPPr>
              <a:defRPr kern="1200"/>
            </a:defPPr>
          </a:lstStyle>
          <a:p>
            <a:pPr algn="ctr" defTabSz="3037402">
              <a:defRPr/>
            </a:pPr>
            <a:r>
              <a:rPr lang="en-US" sz="3800" b="1" dirty="0">
                <a:solidFill>
                  <a:schemeClr val="bg1"/>
                </a:solidFill>
                <a:latin typeface="Times New Roman" panose="02020603050405020304" pitchFamily="18" charset="0"/>
                <a:cs typeface="Times New Roman" panose="02020603050405020304" pitchFamily="18" charset="0"/>
              </a:rPr>
              <a:t>Conclusion and Implications</a:t>
            </a:r>
          </a:p>
        </p:txBody>
      </p:sp>
      <p:pic>
        <p:nvPicPr>
          <p:cNvPr id="1026" name="Picture 2">
            <a:extLst>
              <a:ext uri="{FF2B5EF4-FFF2-40B4-BE49-F238E27FC236}">
                <a16:creationId xmlns:a16="http://schemas.microsoft.com/office/drawing/2014/main" id="{A94F93AA-A679-FDE8-588E-30A80B15F92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1946" t="7066" r="15459" b="2863"/>
          <a:stretch>
            <a:fillRect/>
          </a:stretch>
        </p:blipFill>
        <p:spPr bwMode="auto">
          <a:xfrm>
            <a:off x="12326511" y="12009491"/>
            <a:ext cx="3568333" cy="57364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B0BCE698-65D7-7B24-C6CC-755332CB991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083" r="1180"/>
          <a:stretch>
            <a:fillRect/>
          </a:stretch>
        </p:blipFill>
        <p:spPr bwMode="auto">
          <a:xfrm>
            <a:off x="3779044" y="20149457"/>
            <a:ext cx="9103188" cy="1592395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E0346AD4-BCD9-0291-EA18-B92E1C9890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33244" y="12204672"/>
            <a:ext cx="11326365" cy="771996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66BFCC2-BFC6-D091-FC03-C5883B08C8A1}"/>
              </a:ext>
            </a:extLst>
          </p:cNvPr>
          <p:cNvSpPr txBox="1"/>
          <p:nvPr/>
        </p:nvSpPr>
        <p:spPr>
          <a:xfrm>
            <a:off x="883444" y="11684853"/>
            <a:ext cx="11326365" cy="6555641"/>
          </a:xfrm>
          <a:prstGeom prst="rect">
            <a:avLst/>
          </a:prstGeom>
          <a:noFill/>
        </p:spPr>
        <p:txBody>
          <a:bodyPr wrap="square" rtlCol="0">
            <a:spAutoFit/>
          </a:bodyPr>
          <a:lstStyle>
            <a:defPPr>
              <a:defRPr kern="1200"/>
            </a:defPPr>
          </a:lstStyle>
          <a:p>
            <a:r>
              <a:rPr lang="en-US" sz="2800" dirty="0">
                <a:latin typeface="Times New Roman" panose="02020603050405020304" pitchFamily="18" charset="0"/>
                <a:cs typeface="Times New Roman" panose="02020603050405020304" pitchFamily="18" charset="0"/>
              </a:rPr>
              <a:t>     We used a boosted regression tree model to understand how the abundance of black-throated green warbler (</a:t>
            </a:r>
            <a:r>
              <a:rPr lang="en-US" sz="2800" i="1" dirty="0">
                <a:latin typeface="Times New Roman" panose="02020603050405020304" pitchFamily="18" charset="0"/>
                <a:cs typeface="Times New Roman" panose="02020603050405020304" pitchFamily="18" charset="0"/>
              </a:rPr>
              <a:t>Setophaga virens),</a:t>
            </a:r>
            <a:r>
              <a:rPr lang="en-US" sz="2800" dirty="0">
                <a:latin typeface="Times New Roman" panose="02020603050405020304" pitchFamily="18" charset="0"/>
                <a:cs typeface="Times New Roman" panose="02020603050405020304" pitchFamily="18" charset="0"/>
              </a:rPr>
              <a:t> Tennessee warbler (</a:t>
            </a:r>
            <a:r>
              <a:rPr lang="en-US" sz="2800" i="1" dirty="0" err="1">
                <a:latin typeface="Times New Roman" panose="02020603050405020304" pitchFamily="18" charset="0"/>
                <a:cs typeface="Times New Roman" panose="02020603050405020304" pitchFamily="18" charset="0"/>
              </a:rPr>
              <a:t>Leiothlypis</a:t>
            </a:r>
            <a:r>
              <a:rPr lang="en-US" sz="2800" i="1" dirty="0">
                <a:latin typeface="Times New Roman" panose="02020603050405020304" pitchFamily="18" charset="0"/>
                <a:cs typeface="Times New Roman" panose="02020603050405020304" pitchFamily="18" charset="0"/>
              </a:rPr>
              <a:t> peregrina</a:t>
            </a:r>
            <a:r>
              <a:rPr lang="en-US" sz="2800" dirty="0">
                <a:latin typeface="Times New Roman" panose="02020603050405020304" pitchFamily="18" charset="0"/>
                <a:cs typeface="Times New Roman" panose="02020603050405020304" pitchFamily="18" charset="0"/>
              </a:rPr>
              <a:t>), and bay-breasted warbler (</a:t>
            </a:r>
            <a:r>
              <a:rPr lang="en-US" sz="2800" i="1" dirty="0">
                <a:latin typeface="Times New Roman" panose="02020603050405020304" pitchFamily="18" charset="0"/>
                <a:cs typeface="Times New Roman" panose="02020603050405020304" pitchFamily="18" charset="0"/>
              </a:rPr>
              <a:t>Setophaga castanea</a:t>
            </a:r>
            <a:r>
              <a:rPr lang="en-US" sz="2800" dirty="0">
                <a:latin typeface="Times New Roman" panose="02020603050405020304" pitchFamily="18" charset="0"/>
                <a:cs typeface="Times New Roman" panose="02020603050405020304" pitchFamily="18" charset="0"/>
              </a:rPr>
              <a:t>) changed along a gradient of deciduous-coniferous composition, spatial configuration of conifer, and forest age measured at three extents—a local (150 m), intermediate (500 m), and broad (1000 m) extent—and two grain sizes—fine (10 m² (LULC)) and coarse (30 m² (NTEMS)) grain. At each extent and grain, we quantified forest composition as the proportion of coniferous tree species, spatial configuration of the coniferous-deciduous mixture using the </a:t>
            </a:r>
            <a:r>
              <a:rPr lang="en-US" sz="2800" dirty="0" err="1">
                <a:latin typeface="Times New Roman" panose="02020603050405020304" pitchFamily="18" charset="0"/>
                <a:cs typeface="Times New Roman" panose="02020603050405020304" pitchFamily="18" charset="0"/>
              </a:rPr>
              <a:t>Clumpiness</a:t>
            </a:r>
            <a:r>
              <a:rPr lang="en-US" sz="2800" dirty="0">
                <a:latin typeface="Times New Roman" panose="02020603050405020304" pitchFamily="18" charset="0"/>
                <a:cs typeface="Times New Roman" panose="02020603050405020304" pitchFamily="18" charset="0"/>
              </a:rPr>
              <a:t> Index (CLUMPY), and forest age as the mean forest.</a:t>
            </a:r>
          </a:p>
          <a:p>
            <a:r>
              <a:rPr lang="en-US" sz="2800" dirty="0">
                <a:latin typeface="Times New Roman" panose="02020603050405020304" pitchFamily="18" charset="0"/>
                <a:cs typeface="Times New Roman" panose="02020603050405020304" pitchFamily="18" charset="0"/>
              </a:rPr>
              <a:t>     We used an existing point count dataset consisting of 8625 human and autonomous recording unit (ARU) points counts conducted between 2009 and 2024 across the Rocky Mountain, Foothills, and Boreal Forest Natural Regions of Alberta.</a:t>
            </a:r>
          </a:p>
        </p:txBody>
      </p:sp>
      <p:pic>
        <p:nvPicPr>
          <p:cNvPr id="6" name="Picture 5">
            <a:extLst>
              <a:ext uri="{FF2B5EF4-FFF2-40B4-BE49-F238E27FC236}">
                <a16:creationId xmlns:a16="http://schemas.microsoft.com/office/drawing/2014/main" id="{B7617067-4CD1-CD96-CD7F-C1DAEA52BB7C}"/>
              </a:ext>
            </a:extLst>
          </p:cNvPr>
          <p:cNvPicPr>
            <a:picLocks noChangeAspect="1"/>
          </p:cNvPicPr>
          <p:nvPr/>
        </p:nvPicPr>
        <p:blipFill>
          <a:blip r:embed="rId6"/>
          <a:stretch>
            <a:fillRect/>
          </a:stretch>
        </p:blipFill>
        <p:spPr>
          <a:xfrm>
            <a:off x="1569244" y="1068674"/>
            <a:ext cx="3674996" cy="2374752"/>
          </a:xfrm>
          <a:prstGeom prst="rect">
            <a:avLst/>
          </a:prstGeom>
        </p:spPr>
      </p:pic>
      <p:pic>
        <p:nvPicPr>
          <p:cNvPr id="7" name="Picture 6">
            <a:extLst>
              <a:ext uri="{FF2B5EF4-FFF2-40B4-BE49-F238E27FC236}">
                <a16:creationId xmlns:a16="http://schemas.microsoft.com/office/drawing/2014/main" id="{CEB87F86-EA3B-CA4B-8AA2-E17A0030AFB6}"/>
              </a:ext>
            </a:extLst>
          </p:cNvPr>
          <p:cNvPicPr>
            <a:picLocks noChangeAspect="1"/>
          </p:cNvPicPr>
          <p:nvPr/>
        </p:nvPicPr>
        <p:blipFill>
          <a:blip r:embed="rId7"/>
          <a:stretch>
            <a:fillRect/>
          </a:stretch>
        </p:blipFill>
        <p:spPr>
          <a:xfrm>
            <a:off x="27525473" y="1000780"/>
            <a:ext cx="3609371" cy="1952342"/>
          </a:xfrm>
          <a:prstGeom prst="rect">
            <a:avLst/>
          </a:prstGeom>
        </p:spPr>
      </p:pic>
      <p:sp>
        <p:nvSpPr>
          <p:cNvPr id="8" name="Rectangle 10">
            <a:extLst>
              <a:ext uri="{FF2B5EF4-FFF2-40B4-BE49-F238E27FC236}">
                <a16:creationId xmlns:a16="http://schemas.microsoft.com/office/drawing/2014/main" id="{02E37D90-59AA-6266-5FDE-58A1F6D461E4}"/>
              </a:ext>
            </a:extLst>
          </p:cNvPr>
          <p:cNvSpPr>
            <a:spLocks noChangeArrowheads="1"/>
          </p:cNvSpPr>
          <p:nvPr/>
        </p:nvSpPr>
        <p:spPr bwMode="auto">
          <a:xfrm>
            <a:off x="16613619" y="4790620"/>
            <a:ext cx="14902226" cy="787499"/>
          </a:xfrm>
          <a:prstGeom prst="rect">
            <a:avLst/>
          </a:prstGeom>
          <a:solidFill>
            <a:srgbClr val="368445"/>
          </a:solidFill>
          <a:ln w="12700">
            <a:solidFill>
              <a:schemeClr val="tx1"/>
            </a:solidFill>
            <a:miter lim="800000"/>
          </a:ln>
        </p:spPr>
        <p:txBody>
          <a:bodyPr wrap="none" lIns="177187" tIns="47250" rIns="177187" bIns="44286" anchor="ctr" anchorCtr="0"/>
          <a:lstStyle>
            <a:defPPr>
              <a:defRPr kern="1200"/>
            </a:defPPr>
          </a:lstStyle>
          <a:p>
            <a:pPr algn="ctr" defTabSz="3037402">
              <a:defRPr/>
            </a:pPr>
            <a:r>
              <a:rPr lang="en-US" sz="3800" b="1" dirty="0">
                <a:solidFill>
                  <a:schemeClr val="bg1"/>
                </a:solidFill>
                <a:latin typeface="Times New Roman" panose="02020603050405020304" pitchFamily="18" charset="0"/>
                <a:cs typeface="Times New Roman" panose="02020603050405020304" pitchFamily="18" charset="0"/>
              </a:rPr>
              <a:t>Results (continued)</a:t>
            </a:r>
          </a:p>
        </p:txBody>
      </p:sp>
      <p:sp>
        <p:nvSpPr>
          <p:cNvPr id="10" name="TextBox 9">
            <a:extLst>
              <a:ext uri="{FF2B5EF4-FFF2-40B4-BE49-F238E27FC236}">
                <a16:creationId xmlns:a16="http://schemas.microsoft.com/office/drawing/2014/main" id="{D2A48988-CAB7-3F32-CCF3-FAD43F8909EC}"/>
              </a:ext>
            </a:extLst>
          </p:cNvPr>
          <p:cNvSpPr txBox="1"/>
          <p:nvPr/>
        </p:nvSpPr>
        <p:spPr>
          <a:xfrm>
            <a:off x="2864644" y="36003941"/>
            <a:ext cx="10710003" cy="1477328"/>
          </a:xfrm>
          <a:prstGeom prst="rect">
            <a:avLst/>
          </a:prstGeom>
          <a:noFill/>
        </p:spPr>
        <p:txBody>
          <a:bodyPr wrap="square" rtlCol="0">
            <a:spAutoFit/>
          </a:bodyPr>
          <a:lstStyle/>
          <a:p>
            <a:r>
              <a:rPr lang="en-US" sz="1800" b="1" dirty="0">
                <a:latin typeface="Times New Roman" panose="02020603050405020304" pitchFamily="18" charset="0"/>
                <a:cs typeface="Times New Roman" panose="02020603050405020304" pitchFamily="18" charset="0"/>
              </a:rPr>
              <a:t>Figure 1</a:t>
            </a:r>
            <a:r>
              <a:rPr lang="en-US" sz="1800" dirty="0">
                <a:latin typeface="Times New Roman" panose="02020603050405020304" pitchFamily="18" charset="0"/>
                <a:cs typeface="Times New Roman" panose="02020603050405020304" pitchFamily="18" charset="0"/>
              </a:rPr>
              <a:t>. Relative influence (%) of predictor variables averaged across 25 bootstrapped boosted regression tree models explaining the relative abundance of black-throated green warbler (a), Tennessee warbler (b), and bay-breasted warbler (c). Scale of effect predictors are in bold. LULC and NTEMS represent a 10 m² and 30 m² grain size, respectively. </a:t>
            </a:r>
            <a:r>
              <a:rPr lang="en-US" sz="1800" dirty="0" err="1">
                <a:latin typeface="Times New Roman" panose="02020603050405020304" pitchFamily="18" charset="0"/>
                <a:cs typeface="Times New Roman" panose="02020603050405020304" pitchFamily="18" charset="0"/>
              </a:rPr>
              <a:t>Prop_con</a:t>
            </a:r>
            <a:r>
              <a:rPr lang="en-US" sz="1800" dirty="0">
                <a:latin typeface="Times New Roman" panose="02020603050405020304" pitchFamily="18" charset="0"/>
                <a:cs typeface="Times New Roman" panose="02020603050405020304" pitchFamily="18" charset="0"/>
              </a:rPr>
              <a:t>, clumpy, and </a:t>
            </a:r>
            <a:r>
              <a:rPr lang="en-US" sz="1800" dirty="0" err="1">
                <a:latin typeface="Times New Roman" panose="02020603050405020304" pitchFamily="18" charset="0"/>
                <a:cs typeface="Times New Roman" panose="02020603050405020304" pitchFamily="18" charset="0"/>
              </a:rPr>
              <a:t>age_mn</a:t>
            </a:r>
            <a:r>
              <a:rPr lang="en-US" sz="1800" dirty="0">
                <a:latin typeface="Times New Roman" panose="02020603050405020304" pitchFamily="18" charset="0"/>
                <a:cs typeface="Times New Roman" panose="02020603050405020304" pitchFamily="18" charset="0"/>
              </a:rPr>
              <a:t> represent the proportion of conifers, spatial configuration, and mean forest age, respectively.</a:t>
            </a:r>
            <a:endParaRPr lang="en-CA" sz="18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35377C60-0CB0-03E6-2585-DC8850750598}"/>
              </a:ext>
            </a:extLst>
          </p:cNvPr>
          <p:cNvSpPr txBox="1"/>
          <p:nvPr/>
        </p:nvSpPr>
        <p:spPr>
          <a:xfrm>
            <a:off x="16613620" y="5774994"/>
            <a:ext cx="14902224" cy="6124754"/>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     The proportion of conifer emerged as the most influential predictor for all three species (Figure 1), with relative abundance increasing with the proportion of conifer (Figure 2). Spatial configuration had the second highest relative influence among scale of effect predictors for bay-breasted warbler (BBWA), and the lowest for black-throated green (BTNW) and Tennessee warbler (TEWA). Notably, BBWA responded most strongly to local extent and fine grain measurements of spatial configuration, with relative abundance decreasing with increasing aggregation. Forest age was the second most important predictor for BTNW and TEWA, and the least important predictor for BBWA. TEWA abundance decreased with increasing forest age, suggesting that TEWA prefers early-successional mixedwood forests. </a:t>
            </a:r>
          </a:p>
          <a:p>
            <a:r>
              <a:rPr lang="en-US" sz="2800" dirty="0">
                <a:latin typeface="Times New Roman" panose="02020603050405020304" pitchFamily="18" charset="0"/>
                <a:cs typeface="Times New Roman" panose="02020603050405020304" pitchFamily="18" charset="0"/>
              </a:rPr>
              <a:t>      Across all species, the strength and even the direction of habitat associations varied with spatial scale and grain. Finer grain sizes were generally more informative for BBWA and TEWA, whereas BTNW showed strong responses at both grain sizes depending on the predictor. The 150 m extent consistently emerged as the scale of effect across predictors. BBWA is the only species that consistently responded most strongly to local extent and fine grain size habitat measurements.</a:t>
            </a:r>
            <a:endParaRPr lang="en-CA" sz="28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EECC948-36E8-249B-9AA0-0A155D701224}"/>
              </a:ext>
            </a:extLst>
          </p:cNvPr>
          <p:cNvSpPr txBox="1"/>
          <p:nvPr/>
        </p:nvSpPr>
        <p:spPr>
          <a:xfrm>
            <a:off x="17952244" y="20058637"/>
            <a:ext cx="12331031" cy="1152367"/>
          </a:xfrm>
          <a:prstGeom prst="rect">
            <a:avLst/>
          </a:prstGeom>
          <a:noFill/>
        </p:spPr>
        <p:txBody>
          <a:bodyPr wrap="square" rtlCol="0">
            <a:spAutoFit/>
          </a:bodyPr>
          <a:lstStyle/>
          <a:p>
            <a:r>
              <a:rPr lang="en-US" sz="1722" b="1" dirty="0">
                <a:latin typeface="Times New Roman" panose="02020603050405020304" pitchFamily="18" charset="0"/>
                <a:cs typeface="Times New Roman" panose="02020603050405020304" pitchFamily="18" charset="0"/>
              </a:rPr>
              <a:t>Figure 2</a:t>
            </a:r>
            <a:r>
              <a:rPr lang="en-US" sz="1722" dirty="0">
                <a:latin typeface="Times New Roman" panose="02020603050405020304" pitchFamily="18" charset="0"/>
                <a:cs typeface="Times New Roman" panose="02020603050405020304" pitchFamily="18" charset="0"/>
              </a:rPr>
              <a:t>.</a:t>
            </a:r>
            <a:r>
              <a:rPr lang="en-US" sz="1722" b="1" dirty="0">
                <a:latin typeface="Times New Roman" panose="02020603050405020304" pitchFamily="18" charset="0"/>
                <a:cs typeface="Times New Roman" panose="02020603050405020304" pitchFamily="18" charset="0"/>
              </a:rPr>
              <a:t> </a:t>
            </a:r>
            <a:r>
              <a:rPr lang="en-US" sz="1722" dirty="0">
                <a:latin typeface="Times New Roman" panose="02020603050405020304" pitchFamily="18" charset="0"/>
                <a:cs typeface="Times New Roman" panose="02020603050405020304" pitchFamily="18" charset="0"/>
              </a:rPr>
              <a:t>Partial dependence plots showing the marginal effect of each scale of effect predictor on the raw expected count, based on the final BRT model for black-throated green warbler (a), Tennessee warbler (b), and bay-breasted warbler (c). The x-axis represents the range of values for each scale of effect predictor and the y-axis represents the standardized expected count. Red dashed lines indicate the centered average effect (i.e., no net change in abundance).</a:t>
            </a:r>
            <a:endParaRPr lang="en-CA" sz="1722" dirty="0">
              <a:latin typeface="Times New Roman" panose="02020603050405020304" pitchFamily="18" charset="0"/>
              <a:cs typeface="Times New Roman" panose="02020603050405020304" pitchFamily="18" charset="0"/>
            </a:endParaRPr>
          </a:p>
        </p:txBody>
      </p:sp>
      <p:pic>
        <p:nvPicPr>
          <p:cNvPr id="1030" name="Picture 6">
            <a:extLst>
              <a:ext uri="{FF2B5EF4-FFF2-40B4-BE49-F238E27FC236}">
                <a16:creationId xmlns:a16="http://schemas.microsoft.com/office/drawing/2014/main" id="{988CF79C-B556-80E0-7090-BB939A7A0ECB}"/>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7754" t="12471" r="10280" b="14488"/>
          <a:stretch>
            <a:fillRect/>
          </a:stretch>
        </p:blipFill>
        <p:spPr bwMode="auto">
          <a:xfrm>
            <a:off x="18561844" y="21574720"/>
            <a:ext cx="11068227" cy="553411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D62BC3CA-0AA1-EECE-BCB4-31B67E429999}"/>
              </a:ext>
            </a:extLst>
          </p:cNvPr>
          <p:cNvSpPr txBox="1"/>
          <p:nvPr/>
        </p:nvSpPr>
        <p:spPr>
          <a:xfrm>
            <a:off x="17952244" y="27224330"/>
            <a:ext cx="12573923" cy="1417376"/>
          </a:xfrm>
          <a:prstGeom prst="rect">
            <a:avLst/>
          </a:prstGeom>
          <a:noFill/>
        </p:spPr>
        <p:txBody>
          <a:bodyPr wrap="square" rtlCol="0">
            <a:spAutoFit/>
          </a:bodyPr>
          <a:lstStyle/>
          <a:p>
            <a:r>
              <a:rPr lang="en-US" sz="1722" b="1" dirty="0">
                <a:latin typeface="Times New Roman" panose="02020603050405020304" pitchFamily="18" charset="0"/>
                <a:cs typeface="Times New Roman" panose="02020603050405020304" pitchFamily="18" charset="0"/>
              </a:rPr>
              <a:t>Figure 3</a:t>
            </a:r>
            <a:r>
              <a:rPr lang="en-US" sz="1722" dirty="0">
                <a:latin typeface="Times New Roman" panose="02020603050405020304" pitchFamily="18" charset="0"/>
                <a:cs typeface="Times New Roman" panose="02020603050405020304" pitchFamily="18" charset="0"/>
              </a:rPr>
              <a:t>. Predicted relative abundance for black-throated green warbler (BTNW), Tennessee warbler (TEWA), and bay-breasted warbler (BBWA) in synthetic intimate and spatially aggregated mixedwood forest configurations at three forest age classes. Top panels illustrate the two synthetic mixedwood configurations containing equal coniferous and deciduous pixels: an intimate layout (left)(CLUMPY ≈ 0) and a spatially segregated layout (right)(CLUMPY ≈ 1). Predictions were made using scale of effect predictors. Relative abundance predictions are scaled between 0 (low relative abundance) to 1 (high relative abundance).</a:t>
            </a:r>
            <a:endParaRPr lang="en-CA" sz="1722"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91EBAF0B-DA2F-465C-F7C3-1B70C64FDD45}"/>
              </a:ext>
            </a:extLst>
          </p:cNvPr>
          <p:cNvSpPr txBox="1"/>
          <p:nvPr/>
        </p:nvSpPr>
        <p:spPr>
          <a:xfrm>
            <a:off x="16425911" y="28889920"/>
            <a:ext cx="15089931" cy="3108543"/>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     Predictions across synthetic intimate and spatially-segregated mixedwoods show that BTNW relative abundance increased with age and was highest in areas with aggregated conifer, suggesting that BTNW may respond more positively to habitat that is dominated by old, spatially aggregated coniferous trees; TEWA relative abundance also increased with increasing proportion of conifer but decreased with increasing forest age, suggesting that TEWA prefers young, conifer-dominated mixedwoods; BBWA relative abundance increased with forest age and decreased with increasing levels of aggregation, suggesting that BBWA prefer mature, conifer-dominated intimate mixedwood forests (Figure 3).</a:t>
            </a:r>
            <a:endParaRPr lang="en-CA" sz="2800"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18EC3DB3-F462-F043-5F99-0A4B57EA5B14}"/>
              </a:ext>
            </a:extLst>
          </p:cNvPr>
          <p:cNvSpPr txBox="1"/>
          <p:nvPr/>
        </p:nvSpPr>
        <p:spPr>
          <a:xfrm>
            <a:off x="16425912" y="33446263"/>
            <a:ext cx="15318532" cy="3970318"/>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   Our results underscore the need for species-specific, spatially explicit definitions of mixedwood forests. Relying solely on coarse classifications of stand composition may obscure important variation in how birds perceive and use habitat. Current reforestation policies in Alberta that mandate maintaining conifer proportions post-harvest, but do not address spatial configuration, risk unintentionally degrading habitat for mixedwood-associated species. Practices such as the free-to-grow standard may exacerbate this issue by encouraging conifer-dominated patches that are spatially segregated from deciduous components (Lieffers et al. 2008). Our findings suggest that preserving or restoring intimate mixtures of conifer and deciduous species at fine spatial scales may be particularly beneficial for species like bay-breasted warbler, which exhibit strong scale-dependent responses to spatial configuration.</a:t>
            </a:r>
            <a:endParaRPr lang="en-CA" sz="2800" dirty="0">
              <a:latin typeface="Times New Roman" panose="02020603050405020304" pitchFamily="18" charset="0"/>
              <a:cs typeface="Times New Roman" panose="02020603050405020304" pitchFamily="18" charset="0"/>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concentrativechartreuse|08-2022"/>
</p:tagLst>
</file>

<file path=ppt/theme/theme1.xml><?xml version="1.0" encoding="utf-8"?>
<a:theme xmlns:a="http://schemas.openxmlformats.org/drawingml/2006/main" name="Default Design">
  <a:themeElements>
    <a:clrScheme name="Composite">
      <a:dk1>
        <a:sysClr val="windowText" lastClr="000000"/>
      </a:dk1>
      <a:lt1>
        <a:sysClr val="window" lastClr="FFFFFF"/>
      </a:lt1>
      <a:dk2>
        <a:srgbClr val="5B6973"/>
      </a:dk2>
      <a:lt2>
        <a:srgbClr val="E7ECED"/>
      </a:lt2>
      <a:accent1>
        <a:srgbClr val="98C723"/>
      </a:accent1>
      <a:accent2>
        <a:srgbClr val="59B0B9"/>
      </a:accent2>
      <a:accent3>
        <a:srgbClr val="DEAE00"/>
      </a:accent3>
      <a:accent4>
        <a:srgbClr val="B77BB4"/>
      </a:accent4>
      <a:accent5>
        <a:srgbClr val="E0773C"/>
      </a:accent5>
      <a:accent6>
        <a:srgbClr val="A98D63"/>
      </a:accent6>
      <a:hlink>
        <a:srgbClr val="26CBEC"/>
      </a:hlink>
      <a:folHlink>
        <a:srgbClr val="598C8C"/>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30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30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1873</TotalTime>
  <Words>1094</Words>
  <Application>Microsoft Office PowerPoint</Application>
  <PresentationFormat>Custom</PresentationFormat>
  <Paragraphs>20</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Times New Roman</vt:lpstr>
      <vt:lpstr>Montserrat Extra Bold</vt:lpstr>
      <vt:lpstr>Arial</vt:lpstr>
      <vt:lpstr>Gill Sans</vt:lpstr>
      <vt:lpstr>Default Design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to create a scientific poster</dc:title>
  <dc:subject>Example Of A Sample Research Poster</dc:subject>
  <dc:creator>Graphicsland/MakeSigns.com</dc:creator>
  <cp:keywords>scientific, research, template, custom, poster, presentation, symposium, printing, PowerPoint, create, design, example, sample, download</cp:keywords>
  <dc:description>We offer free PowerPoint poster templates to help you design your very own scientific poster presentation.</dc:description>
  <cp:lastModifiedBy>Leonard Patterson</cp:lastModifiedBy>
  <cp:revision>61</cp:revision>
  <dcterms:modified xsi:type="dcterms:W3CDTF">2025-07-14T23:11:25Z</dcterms:modified>
  <cp:category>science research poster</cp:category>
</cp:coreProperties>
</file>